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8"/>
    <p:sldId id="267" r:id="rId9"/>
    <p:sldId id="280" r:id="rId10"/>
    <p:sldId id="279" r:id="rId11"/>
    <p:sldId id="270" r:id="rId12"/>
    <p:sldId id="271" r:id="rId13"/>
    <p:sldId id="278" r:id="rId14"/>
    <p:sldId id="27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6AFE45-7D06-4AD8-816A-CABAE45A3C72}" v="16" dt="2026-08-26T09:31:11.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7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 RAGULA" userId="e123bca566a62ea8" providerId="LiveId" clId="{8D5A89FF-ABA6-4E65-A829-B691FE3C9A8F}"/>
    <pc:docChg chg="undo custSel addSld delSld modSld">
      <pc:chgData name="NEHA RAGULA" userId="e123bca566a62ea8" providerId="LiveId" clId="{8D5A89FF-ABA6-4E65-A829-B691FE3C9A8F}" dt="2026-08-26T15:00:10.521" v="176" actId="1076"/>
      <pc:docMkLst>
        <pc:docMk/>
      </pc:docMkLst>
      <pc:sldChg chg="modSp mod">
        <pc:chgData name="NEHA RAGULA" userId="e123bca566a62ea8" providerId="LiveId" clId="{8D5A89FF-ABA6-4E65-A829-B691FE3C9A8F}" dt="2026-08-26T06:15:20.948" v="51" actId="120"/>
        <pc:sldMkLst>
          <pc:docMk/>
          <pc:sldMk cId="0" sldId="256"/>
        </pc:sldMkLst>
        <pc:spChg chg="mod">
          <ac:chgData name="NEHA RAGULA" userId="e123bca566a62ea8" providerId="LiveId" clId="{8D5A89FF-ABA6-4E65-A829-B691FE3C9A8F}" dt="2026-08-25T12:20:57.960" v="12" actId="1036"/>
          <ac:spMkLst>
            <pc:docMk/>
            <pc:sldMk cId="0" sldId="256"/>
            <ac:spMk id="3" creationId="{00000000-0000-0000-0000-000000000000}"/>
          </ac:spMkLst>
        </pc:spChg>
        <pc:spChg chg="mod">
          <ac:chgData name="NEHA RAGULA" userId="e123bca566a62ea8" providerId="LiveId" clId="{8D5A89FF-ABA6-4E65-A829-B691FE3C9A8F}" dt="2026-08-25T12:20:43.969" v="10" actId="120"/>
          <ac:spMkLst>
            <pc:docMk/>
            <pc:sldMk cId="0" sldId="256"/>
            <ac:spMk id="4" creationId="{00000000-0000-0000-0000-000000000000}"/>
          </ac:spMkLst>
        </pc:spChg>
        <pc:spChg chg="mod">
          <ac:chgData name="NEHA RAGULA" userId="e123bca566a62ea8" providerId="LiveId" clId="{8D5A89FF-ABA6-4E65-A829-B691FE3C9A8F}" dt="2026-08-26T06:15:20.948" v="51" actId="120"/>
          <ac:spMkLst>
            <pc:docMk/>
            <pc:sldMk cId="0" sldId="256"/>
            <ac:spMk id="5" creationId="{00000000-0000-0000-0000-000000000000}"/>
          </ac:spMkLst>
        </pc:spChg>
      </pc:sldChg>
      <pc:sldChg chg="modSp mod">
        <pc:chgData name="NEHA RAGULA" userId="e123bca566a62ea8" providerId="LiveId" clId="{8D5A89FF-ABA6-4E65-A829-B691FE3C9A8F}" dt="2026-08-26T08:32:53.501" v="94"/>
        <pc:sldMkLst>
          <pc:docMk/>
          <pc:sldMk cId="0" sldId="257"/>
        </pc:sldMkLst>
        <pc:spChg chg="mod">
          <ac:chgData name="NEHA RAGULA" userId="e123bca566a62ea8" providerId="LiveId" clId="{8D5A89FF-ABA6-4E65-A829-B691FE3C9A8F}" dt="2026-08-26T08:32:53.501" v="94"/>
          <ac:spMkLst>
            <pc:docMk/>
            <pc:sldMk cId="0" sldId="257"/>
            <ac:spMk id="7" creationId="{00000000-0000-0000-0000-000000000000}"/>
          </ac:spMkLst>
        </pc:spChg>
      </pc:sldChg>
      <pc:sldChg chg="modSp mod">
        <pc:chgData name="NEHA RAGULA" userId="e123bca566a62ea8" providerId="LiveId" clId="{8D5A89FF-ABA6-4E65-A829-B691FE3C9A8F}" dt="2026-08-26T11:08:09.479" v="153" actId="20577"/>
        <pc:sldMkLst>
          <pc:docMk/>
          <pc:sldMk cId="0" sldId="259"/>
        </pc:sldMkLst>
        <pc:spChg chg="mod">
          <ac:chgData name="NEHA RAGULA" userId="e123bca566a62ea8" providerId="LiveId" clId="{8D5A89FF-ABA6-4E65-A829-B691FE3C9A8F}" dt="2026-08-26T11:08:09.479" v="153" actId="20577"/>
          <ac:spMkLst>
            <pc:docMk/>
            <pc:sldMk cId="0" sldId="259"/>
            <ac:spMk id="7" creationId="{00000000-0000-0000-0000-000000000000}"/>
          </ac:spMkLst>
        </pc:spChg>
      </pc:sldChg>
      <pc:sldChg chg="modSp mod">
        <pc:chgData name="NEHA RAGULA" userId="e123bca566a62ea8" providerId="LiveId" clId="{8D5A89FF-ABA6-4E65-A829-B691FE3C9A8F}" dt="2026-08-26T05:56:13.801" v="19" actId="20577"/>
        <pc:sldMkLst>
          <pc:docMk/>
          <pc:sldMk cId="0" sldId="261"/>
        </pc:sldMkLst>
        <pc:spChg chg="mod">
          <ac:chgData name="NEHA RAGULA" userId="e123bca566a62ea8" providerId="LiveId" clId="{8D5A89FF-ABA6-4E65-A829-B691FE3C9A8F}" dt="2026-08-26T05:56:13.801" v="19" actId="20577"/>
          <ac:spMkLst>
            <pc:docMk/>
            <pc:sldMk cId="0" sldId="261"/>
            <ac:spMk id="7" creationId="{00000000-0000-0000-0000-000000000000}"/>
          </ac:spMkLst>
        </pc:spChg>
      </pc:sldChg>
      <pc:sldChg chg="modSp mod">
        <pc:chgData name="NEHA RAGULA" userId="e123bca566a62ea8" providerId="LiveId" clId="{8D5A89FF-ABA6-4E65-A829-B691FE3C9A8F}" dt="2026-08-26T09:08:05.985" v="132"/>
        <pc:sldMkLst>
          <pc:docMk/>
          <pc:sldMk cId="0" sldId="266"/>
        </pc:sldMkLst>
        <pc:spChg chg="mod">
          <ac:chgData name="NEHA RAGULA" userId="e123bca566a62ea8" providerId="LiveId" clId="{8D5A89FF-ABA6-4E65-A829-B691FE3C9A8F}" dt="2026-08-26T09:08:02.305" v="124" actId="1076"/>
          <ac:spMkLst>
            <pc:docMk/>
            <pc:sldMk cId="0" sldId="266"/>
            <ac:spMk id="7" creationId="{00000000-0000-0000-0000-000000000000}"/>
          </ac:spMkLst>
        </pc:spChg>
        <pc:spChg chg="mod">
          <ac:chgData name="NEHA RAGULA" userId="e123bca566a62ea8" providerId="LiveId" clId="{8D5A89FF-ABA6-4E65-A829-B691FE3C9A8F}" dt="2026-08-26T09:08:05.985" v="132"/>
          <ac:spMkLst>
            <pc:docMk/>
            <pc:sldMk cId="0" sldId="266"/>
            <ac:spMk id="9" creationId="{00000000-0000-0000-0000-000000000000}"/>
          </ac:spMkLst>
        </pc:spChg>
        <pc:spChg chg="mod">
          <ac:chgData name="NEHA RAGULA" userId="e123bca566a62ea8" providerId="LiveId" clId="{8D5A89FF-ABA6-4E65-A829-B691FE3C9A8F}" dt="2026-08-26T09:08:03.358" v="127" actId="1076"/>
          <ac:spMkLst>
            <pc:docMk/>
            <pc:sldMk cId="0" sldId="266"/>
            <ac:spMk id="13" creationId="{00000000-0000-0000-0000-000000000000}"/>
          </ac:spMkLst>
        </pc:spChg>
        <pc:spChg chg="mod">
          <ac:chgData name="NEHA RAGULA" userId="e123bca566a62ea8" providerId="LiveId" clId="{8D5A89FF-ABA6-4E65-A829-B691FE3C9A8F}" dt="2026-08-26T09:08:02.662" v="125" actId="1076"/>
          <ac:spMkLst>
            <pc:docMk/>
            <pc:sldMk cId="0" sldId="266"/>
            <ac:spMk id="14" creationId="{00000000-0000-0000-0000-000000000000}"/>
          </ac:spMkLst>
        </pc:spChg>
        <pc:spChg chg="mod">
          <ac:chgData name="NEHA RAGULA" userId="e123bca566a62ea8" providerId="LiveId" clId="{8D5A89FF-ABA6-4E65-A829-B691FE3C9A8F}" dt="2026-08-26T09:08:03.016" v="126" actId="1076"/>
          <ac:spMkLst>
            <pc:docMk/>
            <pc:sldMk cId="0" sldId="266"/>
            <ac:spMk id="15" creationId="{00000000-0000-0000-0000-000000000000}"/>
          </ac:spMkLst>
        </pc:spChg>
      </pc:sldChg>
      <pc:sldChg chg="del">
        <pc:chgData name="NEHA RAGULA" userId="e123bca566a62ea8" providerId="LiveId" clId="{8D5A89FF-ABA6-4E65-A829-B691FE3C9A8F}" dt="2026-08-26T08:03:24.250" v="80" actId="2696"/>
        <pc:sldMkLst>
          <pc:docMk/>
          <pc:sldMk cId="0" sldId="268"/>
        </pc:sldMkLst>
      </pc:sldChg>
      <pc:sldChg chg="modSp mod">
        <pc:chgData name="NEHA RAGULA" userId="e123bca566a62ea8" providerId="LiveId" clId="{8D5A89FF-ABA6-4E65-A829-B691FE3C9A8F}" dt="2026-08-26T06:14:01.832" v="45" actId="2711"/>
        <pc:sldMkLst>
          <pc:docMk/>
          <pc:sldMk cId="0" sldId="270"/>
        </pc:sldMkLst>
        <pc:spChg chg="mod">
          <ac:chgData name="NEHA RAGULA" userId="e123bca566a62ea8" providerId="LiveId" clId="{8D5A89FF-ABA6-4E65-A829-B691FE3C9A8F}" dt="2026-08-25T16:03:01.649" v="13" actId="20577"/>
          <ac:spMkLst>
            <pc:docMk/>
            <pc:sldMk cId="0" sldId="270"/>
            <ac:spMk id="3" creationId="{00000000-0000-0000-0000-000000000000}"/>
          </ac:spMkLst>
        </pc:spChg>
        <pc:spChg chg="mod">
          <ac:chgData name="NEHA RAGULA" userId="e123bca566a62ea8" providerId="LiveId" clId="{8D5A89FF-ABA6-4E65-A829-B691FE3C9A8F}" dt="2026-08-26T06:14:01.832" v="45" actId="2711"/>
          <ac:spMkLst>
            <pc:docMk/>
            <pc:sldMk cId="0" sldId="270"/>
            <ac:spMk id="7" creationId="{00000000-0000-0000-0000-000000000000}"/>
          </ac:spMkLst>
        </pc:spChg>
      </pc:sldChg>
      <pc:sldChg chg="delSp modSp mod">
        <pc:chgData name="NEHA RAGULA" userId="e123bca566a62ea8" providerId="LiveId" clId="{8D5A89FF-ABA6-4E65-A829-B691FE3C9A8F}" dt="2026-08-26T11:53:50.865" v="173" actId="14100"/>
        <pc:sldMkLst>
          <pc:docMk/>
          <pc:sldMk cId="0" sldId="271"/>
        </pc:sldMkLst>
        <pc:spChg chg="mod">
          <ac:chgData name="NEHA RAGULA" userId="e123bca566a62ea8" providerId="LiveId" clId="{8D5A89FF-ABA6-4E65-A829-B691FE3C9A8F}" dt="2026-08-26T11:53:50.865" v="173" actId="14100"/>
          <ac:spMkLst>
            <pc:docMk/>
            <pc:sldMk cId="0" sldId="271"/>
            <ac:spMk id="16" creationId="{00000000-0000-0000-0000-000000000000}"/>
          </ac:spMkLst>
        </pc:spChg>
        <pc:spChg chg="mod">
          <ac:chgData name="NEHA RAGULA" userId="e123bca566a62ea8" providerId="LiveId" clId="{8D5A89FF-ABA6-4E65-A829-B691FE3C9A8F}" dt="2026-08-26T11:53:32.993" v="171" actId="1076"/>
          <ac:spMkLst>
            <pc:docMk/>
            <pc:sldMk cId="0" sldId="271"/>
            <ac:spMk id="17" creationId="{00000000-0000-0000-0000-000000000000}"/>
          </ac:spMkLst>
        </pc:spChg>
        <pc:spChg chg="mod">
          <ac:chgData name="NEHA RAGULA" userId="e123bca566a62ea8" providerId="LiveId" clId="{8D5A89FF-ABA6-4E65-A829-B691FE3C9A8F}" dt="2026-08-26T11:53:27.492" v="170" actId="1076"/>
          <ac:spMkLst>
            <pc:docMk/>
            <pc:sldMk cId="0" sldId="271"/>
            <ac:spMk id="18" creationId="{00000000-0000-0000-0000-000000000000}"/>
          </ac:spMkLst>
        </pc:spChg>
        <pc:spChg chg="del">
          <ac:chgData name="NEHA RAGULA" userId="e123bca566a62ea8" providerId="LiveId" clId="{8D5A89FF-ABA6-4E65-A829-B691FE3C9A8F}" dt="2026-08-26T11:51:50.878" v="157" actId="21"/>
          <ac:spMkLst>
            <pc:docMk/>
            <pc:sldMk cId="0" sldId="271"/>
            <ac:spMk id="19" creationId="{00000000-0000-0000-0000-000000000000}"/>
          </ac:spMkLst>
        </pc:spChg>
        <pc:spChg chg="del">
          <ac:chgData name="NEHA RAGULA" userId="e123bca566a62ea8" providerId="LiveId" clId="{8D5A89FF-ABA6-4E65-A829-B691FE3C9A8F}" dt="2026-08-26T11:51:47.605" v="156" actId="21"/>
          <ac:spMkLst>
            <pc:docMk/>
            <pc:sldMk cId="0" sldId="271"/>
            <ac:spMk id="20" creationId="{00000000-0000-0000-0000-000000000000}"/>
          </ac:spMkLst>
        </pc:spChg>
        <pc:spChg chg="del">
          <ac:chgData name="NEHA RAGULA" userId="e123bca566a62ea8" providerId="LiveId" clId="{8D5A89FF-ABA6-4E65-A829-B691FE3C9A8F}" dt="2026-08-26T11:51:54.630" v="158" actId="21"/>
          <ac:spMkLst>
            <pc:docMk/>
            <pc:sldMk cId="0" sldId="271"/>
            <ac:spMk id="21" creationId="{00000000-0000-0000-0000-000000000000}"/>
          </ac:spMkLst>
        </pc:spChg>
        <pc:spChg chg="mod">
          <ac:chgData name="NEHA RAGULA" userId="e123bca566a62ea8" providerId="LiveId" clId="{8D5A89FF-ABA6-4E65-A829-B691FE3C9A8F}" dt="2026-08-26T11:53:13.645" v="168" actId="14100"/>
          <ac:spMkLst>
            <pc:docMk/>
            <pc:sldMk cId="0" sldId="271"/>
            <ac:spMk id="22" creationId="{00000000-0000-0000-0000-000000000000}"/>
          </ac:spMkLst>
        </pc:spChg>
        <pc:spChg chg="mod">
          <ac:chgData name="NEHA RAGULA" userId="e123bca566a62ea8" providerId="LiveId" clId="{8D5A89FF-ABA6-4E65-A829-B691FE3C9A8F}" dt="2026-08-26T11:52:46.831" v="164" actId="1076"/>
          <ac:spMkLst>
            <pc:docMk/>
            <pc:sldMk cId="0" sldId="271"/>
            <ac:spMk id="23" creationId="{00000000-0000-0000-0000-000000000000}"/>
          </ac:spMkLst>
        </pc:spChg>
        <pc:spChg chg="mod">
          <ac:chgData name="NEHA RAGULA" userId="e123bca566a62ea8" providerId="LiveId" clId="{8D5A89FF-ABA6-4E65-A829-B691FE3C9A8F}" dt="2026-08-26T11:52:40.192" v="163" actId="1076"/>
          <ac:spMkLst>
            <pc:docMk/>
            <pc:sldMk cId="0" sldId="271"/>
            <ac:spMk id="24" creationId="{00000000-0000-0000-0000-000000000000}"/>
          </ac:spMkLst>
        </pc:spChg>
      </pc:sldChg>
      <pc:sldChg chg="modSp add del mod">
        <pc:chgData name="NEHA RAGULA" userId="e123bca566a62ea8" providerId="LiveId" clId="{8D5A89FF-ABA6-4E65-A829-B691FE3C9A8F}" dt="2026-08-26T06:15:44.516" v="56" actId="122"/>
        <pc:sldMkLst>
          <pc:docMk/>
          <pc:sldMk cId="1340203241" sldId="277"/>
        </pc:sldMkLst>
        <pc:spChg chg="mod">
          <ac:chgData name="NEHA RAGULA" userId="e123bca566a62ea8" providerId="LiveId" clId="{8D5A89FF-ABA6-4E65-A829-B691FE3C9A8F}" dt="2026-08-26T06:15:44.516" v="56" actId="122"/>
          <ac:spMkLst>
            <pc:docMk/>
            <pc:sldMk cId="1340203241" sldId="277"/>
            <ac:spMk id="2" creationId="{65DD3CB8-27FB-80F9-3C6F-76C6DDAB7A4F}"/>
          </ac:spMkLst>
        </pc:spChg>
      </pc:sldChg>
      <pc:sldChg chg="addSp modSp new add del mod">
        <pc:chgData name="NEHA RAGULA" userId="e123bca566a62ea8" providerId="LiveId" clId="{8D5A89FF-ABA6-4E65-A829-B691FE3C9A8F}" dt="2026-08-26T06:14:33.377" v="49" actId="255"/>
        <pc:sldMkLst>
          <pc:docMk/>
          <pc:sldMk cId="2418469050" sldId="278"/>
        </pc:sldMkLst>
        <pc:spChg chg="add mod">
          <ac:chgData name="NEHA RAGULA" userId="e123bca566a62ea8" providerId="LiveId" clId="{8D5A89FF-ABA6-4E65-A829-B691FE3C9A8F}" dt="2026-08-26T06:12:32.012" v="39" actId="2711"/>
          <ac:spMkLst>
            <pc:docMk/>
            <pc:sldMk cId="2418469050" sldId="278"/>
            <ac:spMk id="3" creationId="{1205BB51-D645-1B31-58E7-73EA82D3F9B2}"/>
          </ac:spMkLst>
        </pc:spChg>
        <pc:spChg chg="add mod">
          <ac:chgData name="NEHA RAGULA" userId="e123bca566a62ea8" providerId="LiveId" clId="{8D5A89FF-ABA6-4E65-A829-B691FE3C9A8F}" dt="2026-08-26T06:14:33.377" v="49" actId="255"/>
          <ac:spMkLst>
            <pc:docMk/>
            <pc:sldMk cId="2418469050" sldId="278"/>
            <ac:spMk id="4" creationId="{1F780D2E-B922-5C56-35DB-CCBD0C76D91E}"/>
          </ac:spMkLst>
        </pc:spChg>
      </pc:sldChg>
      <pc:sldChg chg="addSp delSp modSp new mod">
        <pc:chgData name="NEHA RAGULA" userId="e123bca566a62ea8" providerId="LiveId" clId="{8D5A89FF-ABA6-4E65-A829-B691FE3C9A8F}" dt="2026-08-26T15:00:10.521" v="176" actId="1076"/>
        <pc:sldMkLst>
          <pc:docMk/>
          <pc:sldMk cId="4257409264" sldId="279"/>
        </pc:sldMkLst>
        <pc:spChg chg="add del">
          <ac:chgData name="NEHA RAGULA" userId="e123bca566a62ea8" providerId="LiveId" clId="{8D5A89FF-ABA6-4E65-A829-B691FE3C9A8F}" dt="2026-08-26T07:57:26.954" v="62" actId="21"/>
          <ac:spMkLst>
            <pc:docMk/>
            <pc:sldMk cId="4257409264" sldId="279"/>
            <ac:spMk id="3" creationId="{986AF2B9-D344-7EB0-B4D8-FB78253D852C}"/>
          </ac:spMkLst>
        </pc:spChg>
        <pc:picChg chg="add mod">
          <ac:chgData name="NEHA RAGULA" userId="e123bca566a62ea8" providerId="LiveId" clId="{8D5A89FF-ABA6-4E65-A829-B691FE3C9A8F}" dt="2026-08-26T15:00:10.521" v="176" actId="1076"/>
          <ac:picMkLst>
            <pc:docMk/>
            <pc:sldMk cId="4257409264" sldId="279"/>
            <ac:picMk id="5" creationId="{A920CFF9-6A79-083F-3C08-3F7094F8839B}"/>
          </ac:picMkLst>
        </pc:picChg>
      </pc:sldChg>
      <pc:sldChg chg="addSp delSp modSp new mod">
        <pc:chgData name="NEHA RAGULA" userId="e123bca566a62ea8" providerId="LiveId" clId="{8D5A89FF-ABA6-4E65-A829-B691FE3C9A8F}" dt="2026-08-26T09:31:17.619" v="134" actId="113"/>
        <pc:sldMkLst>
          <pc:docMk/>
          <pc:sldMk cId="1657391629" sldId="280"/>
        </pc:sldMkLst>
        <pc:spChg chg="del">
          <ac:chgData name="NEHA RAGULA" userId="e123bca566a62ea8" providerId="LiveId" clId="{8D5A89FF-ABA6-4E65-A829-B691FE3C9A8F}" dt="2026-08-26T08:00:58.384" v="66" actId="21"/>
          <ac:spMkLst>
            <pc:docMk/>
            <pc:sldMk cId="1657391629" sldId="280"/>
            <ac:spMk id="2" creationId="{87CC1527-16D0-EC5E-2226-95B4824E7FD0}"/>
          </ac:spMkLst>
        </pc:spChg>
        <pc:spChg chg="mod">
          <ac:chgData name="NEHA RAGULA" userId="e123bca566a62ea8" providerId="LiveId" clId="{8D5A89FF-ABA6-4E65-A829-B691FE3C9A8F}" dt="2026-08-26T09:31:17.619" v="134" actId="113"/>
          <ac:spMkLst>
            <pc:docMk/>
            <pc:sldMk cId="1657391629" sldId="280"/>
            <ac:spMk id="3" creationId="{BE0846FC-845F-2192-6544-90C18C2A7400}"/>
          </ac:spMkLst>
        </pc:spChg>
        <pc:spChg chg="add mod">
          <ac:chgData name="NEHA RAGULA" userId="e123bca566a62ea8" providerId="LiveId" clId="{8D5A89FF-ABA6-4E65-A829-B691FE3C9A8F}" dt="2026-08-26T08:01:42.316" v="70" actId="14100"/>
          <ac:spMkLst>
            <pc:docMk/>
            <pc:sldMk cId="1657391629" sldId="280"/>
            <ac:spMk id="5" creationId="{A7650714-7232-2E50-4C52-6DA57B67831C}"/>
          </ac:spMkLst>
        </pc:spChg>
      </pc:sldChg>
      <pc:sldChg chg="new del">
        <pc:chgData name="NEHA RAGULA" userId="e123bca566a62ea8" providerId="LiveId" clId="{8D5A89FF-ABA6-4E65-A829-B691FE3C9A8F}" dt="2026-08-26T11:24:05.749" v="155" actId="680"/>
        <pc:sldMkLst>
          <pc:docMk/>
          <pc:sldMk cId="311154896" sldId="281"/>
        </pc:sldMkLst>
      </pc:sldChg>
      <pc:sldChg chg="add del setBg">
        <pc:chgData name="NEHA RAGULA" userId="e123bca566a62ea8" providerId="LiveId" clId="{8D5A89FF-ABA6-4E65-A829-B691FE3C9A8F}" dt="2026-08-26T08:37:34.882" v="96"/>
        <pc:sldMkLst>
          <pc:docMk/>
          <pc:sldMk cId="4083598773" sldId="281"/>
        </pc:sldMkLst>
      </pc:sldChg>
      <pc:sldChg chg="add del">
        <pc:chgData name="NEHA RAGULA" userId="e123bca566a62ea8" providerId="LiveId" clId="{8D5A89FF-ABA6-4E65-A829-B691FE3C9A8F}" dt="2026-08-26T08:37:34.882" v="96"/>
        <pc:sldMkLst>
          <pc:docMk/>
          <pc:sldMk cId="837691760" sldId="282"/>
        </pc:sldMkLst>
      </pc:sldChg>
      <pc:sldChg chg="add del">
        <pc:chgData name="NEHA RAGULA" userId="e123bca566a62ea8" providerId="LiveId" clId="{8D5A89FF-ABA6-4E65-A829-B691FE3C9A8F}" dt="2026-08-26T08:37:34.882" v="96"/>
        <pc:sldMkLst>
          <pc:docMk/>
          <pc:sldMk cId="3558794734" sldId="283"/>
        </pc:sldMkLst>
      </pc:sldChg>
      <pc:sldChg chg="add del">
        <pc:chgData name="NEHA RAGULA" userId="e123bca566a62ea8" providerId="LiveId" clId="{8D5A89FF-ABA6-4E65-A829-B691FE3C9A8F}" dt="2026-08-26T08:37:34.882" v="96"/>
        <pc:sldMkLst>
          <pc:docMk/>
          <pc:sldMk cId="1937461522" sldId="284"/>
        </pc:sldMkLst>
      </pc:sldChg>
      <pc:sldChg chg="add del">
        <pc:chgData name="NEHA RAGULA" userId="e123bca566a62ea8" providerId="LiveId" clId="{8D5A89FF-ABA6-4E65-A829-B691FE3C9A8F}" dt="2026-08-26T08:37:34.882" v="96"/>
        <pc:sldMkLst>
          <pc:docMk/>
          <pc:sldMk cId="2459860324" sldId="285"/>
        </pc:sldMkLst>
      </pc:sldChg>
      <pc:sldChg chg="add del">
        <pc:chgData name="NEHA RAGULA" userId="e123bca566a62ea8" providerId="LiveId" clId="{8D5A89FF-ABA6-4E65-A829-B691FE3C9A8F}" dt="2026-08-26T08:37:34.882" v="96"/>
        <pc:sldMkLst>
          <pc:docMk/>
          <pc:sldMk cId="3034016079" sldId="286"/>
        </pc:sldMkLst>
      </pc:sldChg>
      <pc:sldChg chg="add del">
        <pc:chgData name="NEHA RAGULA" userId="e123bca566a62ea8" providerId="LiveId" clId="{8D5A89FF-ABA6-4E65-A829-B691FE3C9A8F}" dt="2026-08-26T08:37:34.882" v="96"/>
        <pc:sldMkLst>
          <pc:docMk/>
          <pc:sldMk cId="1915480659" sldId="287"/>
        </pc:sldMkLst>
      </pc:sldChg>
      <pc:sldChg chg="add del">
        <pc:chgData name="NEHA RAGULA" userId="e123bca566a62ea8" providerId="LiveId" clId="{8D5A89FF-ABA6-4E65-A829-B691FE3C9A8F}" dt="2026-08-26T08:37:34.882" v="96"/>
        <pc:sldMkLst>
          <pc:docMk/>
          <pc:sldMk cId="4080799659" sldId="288"/>
        </pc:sldMkLst>
      </pc:sldChg>
      <pc:sldChg chg="add del">
        <pc:chgData name="NEHA RAGULA" userId="e123bca566a62ea8" providerId="LiveId" clId="{8D5A89FF-ABA6-4E65-A829-B691FE3C9A8F}" dt="2026-08-26T08:37:34.882" v="96"/>
        <pc:sldMkLst>
          <pc:docMk/>
          <pc:sldMk cId="3957369180" sldId="289"/>
        </pc:sldMkLst>
      </pc:sldChg>
      <pc:sldChg chg="add del">
        <pc:chgData name="NEHA RAGULA" userId="e123bca566a62ea8" providerId="LiveId" clId="{8D5A89FF-ABA6-4E65-A829-B691FE3C9A8F}" dt="2026-08-26T08:37:34.882" v="96"/>
        <pc:sldMkLst>
          <pc:docMk/>
          <pc:sldMk cId="3690518862" sldId="290"/>
        </pc:sldMkLst>
      </pc:sldChg>
      <pc:sldChg chg="add del">
        <pc:chgData name="NEHA RAGULA" userId="e123bca566a62ea8" providerId="LiveId" clId="{8D5A89FF-ABA6-4E65-A829-B691FE3C9A8F}" dt="2026-08-26T08:37:34.882" v="96"/>
        <pc:sldMkLst>
          <pc:docMk/>
          <pc:sldMk cId="709208582" sldId="291"/>
        </pc:sldMkLst>
      </pc:sldChg>
      <pc:sldChg chg="add del">
        <pc:chgData name="NEHA RAGULA" userId="e123bca566a62ea8" providerId="LiveId" clId="{8D5A89FF-ABA6-4E65-A829-B691FE3C9A8F}" dt="2026-08-26T08:37:34.882" v="96"/>
        <pc:sldMkLst>
          <pc:docMk/>
          <pc:sldMk cId="3373131164" sldId="292"/>
        </pc:sldMkLst>
      </pc:sldChg>
      <pc:sldChg chg="add del">
        <pc:chgData name="NEHA RAGULA" userId="e123bca566a62ea8" providerId="LiveId" clId="{8D5A89FF-ABA6-4E65-A829-B691FE3C9A8F}" dt="2026-08-26T08:37:34.882" v="96"/>
        <pc:sldMkLst>
          <pc:docMk/>
          <pc:sldMk cId="3596824750" sldId="293"/>
        </pc:sldMkLst>
      </pc:sldChg>
      <pc:sldChg chg="add del">
        <pc:chgData name="NEHA RAGULA" userId="e123bca566a62ea8" providerId="LiveId" clId="{8D5A89FF-ABA6-4E65-A829-B691FE3C9A8F}" dt="2026-08-26T08:37:34.882" v="96"/>
        <pc:sldMkLst>
          <pc:docMk/>
          <pc:sldMk cId="3574149635" sldId="29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65220" y="473979"/>
            <a:ext cx="12657220" cy="830997"/>
          </a:xfrm>
          <a:prstGeom prst="rect">
            <a:avLst/>
          </a:prstGeom>
          <a:noFill/>
        </p:spPr>
        <p:txBody>
          <a:bodyPr wrap="square">
            <a:spAutoFit/>
          </a:bodyPr>
          <a:lstStyle/>
          <a:p>
            <a:pPr algn="ctr">
              <a:defRPr sz="2200" b="1"/>
            </a:pP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EXPLAINABLE AI-BASED SOFTWARE BUG PREDICTION AND </a:t>
            </a:r>
            <a:endParaRPr lang="en-US" sz="2400" dirty="0">
              <a:latin typeface="Times New Roman" panose="02020603050405020304" pitchFamily="18" charset="0"/>
              <a:cs typeface="Times New Roman" panose="02020603050405020304" pitchFamily="18" charset="0"/>
            </a:endParaRPr>
          </a:p>
          <a:p>
            <a:pPr algn="ctr">
              <a:defRPr sz="2200" b="1"/>
            </a:pPr>
            <a:r>
              <a:rPr sz="2400" dirty="0">
                <a:latin typeface="Times New Roman" panose="02020603050405020304" pitchFamily="18" charset="0"/>
                <a:cs typeface="Times New Roman" panose="02020603050405020304" pitchFamily="18" charset="0"/>
              </a:rPr>
              <a:t>RISK ANALYSIS SYSTEM</a:t>
            </a:r>
          </a:p>
        </p:txBody>
      </p:sp>
      <p:sp>
        <p:nvSpPr>
          <p:cNvPr id="3" name="TextBox 2"/>
          <p:cNvSpPr txBox="1"/>
          <p:nvPr/>
        </p:nvSpPr>
        <p:spPr>
          <a:xfrm>
            <a:off x="1" y="1560359"/>
            <a:ext cx="11911557" cy="2806987"/>
          </a:xfrm>
          <a:prstGeom prst="rect">
            <a:avLst/>
          </a:prstGeom>
          <a:noFill/>
        </p:spPr>
        <p:txBody>
          <a:bodyPr wrap="square">
            <a:spAutoFit/>
          </a:bodyPr>
          <a:lstStyle/>
          <a:p>
            <a:pPr algn="ctr">
              <a:lnSpc>
                <a:spcPct val="150000"/>
              </a:lnSpc>
              <a:defRPr sz="1600" b="1"/>
            </a:pPr>
            <a:r>
              <a:rPr lang="en-IN" sz="2000" dirty="0">
                <a:latin typeface="Times New Roman" panose="02020603050405020304" pitchFamily="18" charset="0"/>
                <a:cs typeface="Times New Roman" panose="02020603050405020304" pitchFamily="18" charset="0"/>
              </a:rPr>
              <a:t>DEPARTMENT OF COMPUTER SCIENCE</a:t>
            </a:r>
            <a:endParaRPr lang="en-US" sz="2000" dirty="0">
              <a:latin typeface="Times New Roman" panose="02020603050405020304" pitchFamily="18" charset="0"/>
              <a:cs typeface="Times New Roman" panose="02020603050405020304" pitchFamily="18" charset="0"/>
            </a:endParaRPr>
          </a:p>
          <a:p>
            <a:pPr algn="ctr">
              <a:lnSpc>
                <a:spcPct val="150000"/>
              </a:lnSpc>
              <a:defRPr sz="1600" b="1"/>
            </a:pPr>
            <a:r>
              <a:rPr sz="2000" dirty="0">
                <a:solidFill>
                  <a:srgbClr val="FF0000"/>
                </a:solidFill>
                <a:latin typeface="Times New Roman" panose="02020603050405020304" pitchFamily="18" charset="0"/>
                <a:cs typeface="Times New Roman" panose="02020603050405020304" pitchFamily="18" charset="0"/>
              </a:rPr>
              <a:t>JAWAHARLAL NEHRU TECHNOLOGICAL UNIVERSITY HYDERABAD</a:t>
            </a:r>
          </a:p>
          <a:p>
            <a:pPr algn="ctr">
              <a:lnSpc>
                <a:spcPct val="150000"/>
              </a:lnSpc>
              <a:defRPr sz="1600" b="1"/>
            </a:pPr>
            <a:r>
              <a:rPr sz="2000" dirty="0">
                <a:solidFill>
                  <a:srgbClr val="FF0000"/>
                </a:solidFill>
                <a:latin typeface="Times New Roman" panose="02020603050405020304" pitchFamily="18" charset="0"/>
                <a:cs typeface="Times New Roman" panose="02020603050405020304" pitchFamily="18" charset="0"/>
              </a:rPr>
              <a:t>UNIVERSITY COLLEGE OF ENGINEERING SCIENCE AND TECHNOLOGY</a:t>
            </a:r>
          </a:p>
          <a:p>
            <a:pPr algn="ctr">
              <a:lnSpc>
                <a:spcPct val="150000"/>
              </a:lnSpc>
              <a:defRPr sz="1600" b="1"/>
            </a:pPr>
            <a:r>
              <a:rPr sz="2000" dirty="0">
                <a:solidFill>
                  <a:srgbClr val="00B050"/>
                </a:solidFill>
                <a:latin typeface="Times New Roman" panose="02020603050405020304" pitchFamily="18" charset="0"/>
                <a:cs typeface="Times New Roman" panose="02020603050405020304" pitchFamily="18" charset="0"/>
              </a:rPr>
              <a:t>DISSERTATION STAGE-01</a:t>
            </a:r>
          </a:p>
          <a:p>
            <a:pPr algn="ctr">
              <a:lnSpc>
                <a:spcPct val="150000"/>
              </a:lnSpc>
              <a:defRPr sz="1600" b="1"/>
            </a:pPr>
            <a:r>
              <a:rPr sz="2000" dirty="0">
                <a:latin typeface="Times New Roman" panose="02020603050405020304" pitchFamily="18" charset="0"/>
                <a:cs typeface="Times New Roman" panose="02020603050405020304" pitchFamily="18" charset="0"/>
              </a:rPr>
              <a:t>DISSERTATION WORK REVIEW-01</a:t>
            </a:r>
          </a:p>
          <a:p>
            <a:pPr algn="ctr">
              <a:lnSpc>
                <a:spcPct val="150000"/>
              </a:lnSpc>
              <a:defRPr sz="1600" b="1"/>
            </a:pPr>
            <a:r>
              <a:rPr sz="2000" dirty="0">
                <a:latin typeface="Times New Roman" panose="02020603050405020304" pitchFamily="18" charset="0"/>
                <a:cs typeface="Times New Roman" panose="02020603050405020304" pitchFamily="18" charset="0"/>
              </a:rPr>
              <a:t>AUGUST - 2026</a:t>
            </a:r>
          </a:p>
        </p:txBody>
      </p:sp>
      <p:sp>
        <p:nvSpPr>
          <p:cNvPr id="4" name="TextBox 3"/>
          <p:cNvSpPr txBox="1"/>
          <p:nvPr/>
        </p:nvSpPr>
        <p:spPr>
          <a:xfrm>
            <a:off x="1728761" y="4906693"/>
            <a:ext cx="2115066" cy="1477328"/>
          </a:xfrm>
          <a:prstGeom prst="rect">
            <a:avLst/>
          </a:prstGeom>
          <a:noFill/>
        </p:spPr>
        <p:txBody>
          <a:bodyPr wrap="none">
            <a:spAutoFit/>
          </a:bodyPr>
          <a:lstStyle/>
          <a:p>
            <a:pPr>
              <a:defRPr sz="1800"/>
            </a:pPr>
            <a:r>
              <a:rPr b="1" dirty="0">
                <a:latin typeface="Times New Roman" panose="02020603050405020304" pitchFamily="18" charset="0"/>
                <a:cs typeface="Times New Roman" panose="02020603050405020304" pitchFamily="18" charset="0"/>
              </a:rPr>
              <a:t>SUBMITTED BY</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 Neha</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22011P0541</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5th Year - 1st Sem</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CSE-IDP</a:t>
            </a:r>
          </a:p>
        </p:txBody>
      </p:sp>
      <p:sp>
        <p:nvSpPr>
          <p:cNvPr id="5" name="TextBox 4"/>
          <p:cNvSpPr txBox="1"/>
          <p:nvPr/>
        </p:nvSpPr>
        <p:spPr>
          <a:xfrm>
            <a:off x="7207045" y="5004619"/>
            <a:ext cx="3554361" cy="1200329"/>
          </a:xfrm>
          <a:prstGeom prst="rect">
            <a:avLst/>
          </a:prstGeom>
          <a:noFill/>
        </p:spPr>
        <p:txBody>
          <a:bodyPr wrap="square">
            <a:spAutoFit/>
          </a:bodyPr>
          <a:lstStyle/>
          <a:p>
            <a:pPr>
              <a:defRPr sz="1800"/>
            </a:pPr>
            <a:r>
              <a:rPr b="1" dirty="0">
                <a:latin typeface="Times New Roman" panose="02020603050405020304" pitchFamily="18" charset="0"/>
                <a:cs typeface="Times New Roman" panose="02020603050405020304" pitchFamily="18" charset="0"/>
              </a:rPr>
              <a:t>UNDER THE SUPERVISION OF</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Dr. K. Suresh Babu</a:t>
            </a:r>
          </a:p>
          <a:p>
            <a:pPr>
              <a:defRPr sz="1800"/>
            </a:pPr>
            <a:r>
              <a:rPr lang="en-US"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M.Tech</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Ph.D</a:t>
            </a:r>
            <a:r>
              <a:rPr dirty="0">
                <a:latin typeface="Times New Roman" panose="02020603050405020304" pitchFamily="18" charset="0"/>
                <a:cs typeface="Times New Roman" panose="02020603050405020304" pitchFamily="18" charset="0"/>
              </a:rPr>
              <a:t> (CSE)</a:t>
            </a:r>
          </a:p>
          <a:p>
            <a:pPr>
              <a:defRPr sz="1800"/>
            </a:pP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Professor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17614"/>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2095445"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Abstract</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2</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4418967"/>
          </a:xfrm>
          <a:prstGeom prst="rect">
            <a:avLst/>
          </a:prstGeom>
          <a:noFill/>
        </p:spPr>
        <p:txBody>
          <a:bodyPr wrap="square">
            <a:spAutoFit/>
          </a:bodyPr>
          <a:lstStyle/>
          <a:p>
            <a:pPr>
              <a:lnSpc>
                <a:spcPct val="200000"/>
              </a:lnSpc>
            </a:pPr>
            <a:r>
              <a:rPr lang="en-IN" sz="2400" dirty="0"/>
              <a:t>Software bugs can affect the quality and reliability of software. This project uses Machine Learning techniques to predict software modules that may contain bugs. Logistic Regression, Decision Tree, Random Forest, and </a:t>
            </a:r>
            <a:r>
              <a:rPr lang="en-IN" sz="2400" dirty="0" err="1"/>
              <a:t>XGBoost</a:t>
            </a:r>
            <a:r>
              <a:rPr lang="en-IN" sz="2400" dirty="0"/>
              <a:t> are used for prediction. </a:t>
            </a:r>
            <a:r>
              <a:rPr lang="en-IN" sz="2400" dirty="0" err="1"/>
              <a:t>NearMiss</a:t>
            </a:r>
            <a:r>
              <a:rPr lang="en-IN" sz="2400" dirty="0"/>
              <a:t> is applied to handle imbalanced data, and SHAP is used to explain the prediction results. The system helps developers identify risky modules early and improve software quality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1695" cy="758511"/>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2971006"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Introduction</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3</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051560"/>
            <a:ext cx="5303520" cy="155448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1161288"/>
            <a:ext cx="4974336" cy="384048"/>
          </a:xfrm>
          <a:prstGeom prst="rect">
            <a:avLst/>
          </a:prstGeom>
          <a:noFill/>
        </p:spPr>
        <p:txBody>
          <a:bodyPr wrap="none">
            <a:spAutoFit/>
          </a:bodyPr>
          <a:lstStyle/>
          <a:p>
            <a:pPr>
              <a:defRPr sz="1800" b="1">
                <a:solidFill>
                  <a:srgbClr val="24787D"/>
                </a:solidFill>
              </a:defRPr>
            </a:pPr>
            <a:r>
              <a:t>Software Bug</a:t>
            </a:r>
          </a:p>
        </p:txBody>
      </p:sp>
      <p:sp>
        <p:nvSpPr>
          <p:cNvPr id="9" name="TextBox 8"/>
          <p:cNvSpPr txBox="1"/>
          <p:nvPr/>
        </p:nvSpPr>
        <p:spPr>
          <a:xfrm>
            <a:off x="804671" y="1618488"/>
            <a:ext cx="5244834" cy="584775"/>
          </a:xfrm>
          <a:prstGeom prst="rect">
            <a:avLst/>
          </a:prstGeom>
          <a:noFill/>
        </p:spPr>
        <p:txBody>
          <a:bodyPr wrap="none">
            <a:spAutoFit/>
          </a:bodyPr>
          <a:lstStyle/>
          <a:p>
            <a:pPr>
              <a:defRPr sz="1500">
                <a:solidFill>
                  <a:srgbClr val="282D32"/>
                </a:solidFill>
              </a:defRPr>
            </a:pPr>
            <a:r>
              <a:rPr sz="1600" dirty="0">
                <a:latin typeface="Times New Roman" panose="02020603050405020304" pitchFamily="18" charset="0"/>
                <a:cs typeface="Times New Roman" panose="02020603050405020304" pitchFamily="18" charset="0"/>
              </a:rPr>
              <a:t>A defect or error in software that can cause incorrect results,</a:t>
            </a:r>
            <a:endParaRPr lang="en-US" sz="1600" dirty="0">
              <a:latin typeface="Times New Roman" panose="02020603050405020304" pitchFamily="18" charset="0"/>
              <a:cs typeface="Times New Roman" panose="02020603050405020304" pitchFamily="18" charset="0"/>
            </a:endParaRPr>
          </a:p>
          <a:p>
            <a:pPr>
              <a:defRPr sz="1500">
                <a:solidFill>
                  <a:srgbClr val="282D32"/>
                </a:solidFill>
              </a:defRPr>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failures, or unexpected </a:t>
            </a:r>
            <a:r>
              <a:rPr lang="en-US" sz="1600" dirty="0" err="1">
                <a:latin typeface="Times New Roman" panose="02020603050405020304" pitchFamily="18" charset="0"/>
                <a:cs typeface="Times New Roman" panose="02020603050405020304" pitchFamily="18" charset="0"/>
              </a:rPr>
              <a:t>behaviour</a:t>
            </a:r>
            <a:r>
              <a:rPr lang="en-US" sz="1600" dirty="0">
                <a:latin typeface="Times New Roman" panose="02020603050405020304" pitchFamily="18" charset="0"/>
                <a:cs typeface="Times New Roman" panose="02020603050405020304" pitchFamily="18" charset="0"/>
              </a:rPr>
              <a:t>.</a:t>
            </a:r>
          </a:p>
        </p:txBody>
      </p:sp>
      <p:sp>
        <p:nvSpPr>
          <p:cNvPr id="10" name="Rounded Rectangle 9"/>
          <p:cNvSpPr/>
          <p:nvPr/>
        </p:nvSpPr>
        <p:spPr>
          <a:xfrm>
            <a:off x="6217920" y="1051560"/>
            <a:ext cx="5303520" cy="155448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161288"/>
            <a:ext cx="4974336" cy="384048"/>
          </a:xfrm>
          <a:prstGeom prst="rect">
            <a:avLst/>
          </a:prstGeom>
          <a:noFill/>
        </p:spPr>
        <p:txBody>
          <a:bodyPr wrap="none">
            <a:spAutoFit/>
          </a:bodyPr>
          <a:lstStyle/>
          <a:p>
            <a:pPr>
              <a:defRPr sz="1800" b="1">
                <a:solidFill>
                  <a:srgbClr val="24787D"/>
                </a:solidFill>
              </a:defRPr>
            </a:pPr>
            <a:r>
              <a:t>Bug Prediction</a:t>
            </a:r>
          </a:p>
        </p:txBody>
      </p:sp>
      <p:sp>
        <p:nvSpPr>
          <p:cNvPr id="12" name="TextBox 11"/>
          <p:cNvSpPr txBox="1"/>
          <p:nvPr/>
        </p:nvSpPr>
        <p:spPr>
          <a:xfrm>
            <a:off x="6382512" y="1618488"/>
            <a:ext cx="5011308" cy="584775"/>
          </a:xfrm>
          <a:prstGeom prst="rect">
            <a:avLst/>
          </a:prstGeom>
          <a:noFill/>
        </p:spPr>
        <p:txBody>
          <a:bodyPr wrap="none">
            <a:spAutoFit/>
          </a:bodyPr>
          <a:lstStyle/>
          <a:p>
            <a:pPr>
              <a:defRPr sz="1500">
                <a:solidFill>
                  <a:srgbClr val="282D32"/>
                </a:solidFill>
              </a:defRPr>
            </a:pPr>
            <a:r>
              <a:rPr sz="1600" dirty="0">
                <a:latin typeface="Times New Roman" panose="02020603050405020304" pitchFamily="18" charset="0"/>
                <a:cs typeface="Times New Roman" panose="02020603050405020304" pitchFamily="18" charset="0"/>
              </a:rPr>
              <a:t>Uses software metrics and historical defect information to </a:t>
            </a:r>
            <a:endParaRPr lang="en-US" sz="1600" dirty="0">
              <a:latin typeface="Times New Roman" panose="02020603050405020304" pitchFamily="18" charset="0"/>
              <a:cs typeface="Times New Roman" panose="02020603050405020304" pitchFamily="18" charset="0"/>
            </a:endParaRPr>
          </a:p>
          <a:p>
            <a:pPr>
              <a:defRPr sz="1500">
                <a:solidFill>
                  <a:srgbClr val="282D32"/>
                </a:solidFill>
              </a:defRPr>
            </a:pPr>
            <a:r>
              <a:rPr sz="1600" dirty="0">
                <a:latin typeface="Times New Roman" panose="02020603050405020304" pitchFamily="18" charset="0"/>
                <a:cs typeface="Times New Roman" panose="02020603050405020304" pitchFamily="18" charset="0"/>
              </a:rPr>
              <a:t>estimate which components are likely to contain defects.</a:t>
            </a:r>
          </a:p>
        </p:txBody>
      </p:sp>
      <p:sp>
        <p:nvSpPr>
          <p:cNvPr id="13" name="Rounded Rectangle 12"/>
          <p:cNvSpPr/>
          <p:nvPr/>
        </p:nvSpPr>
        <p:spPr>
          <a:xfrm>
            <a:off x="640080" y="2971800"/>
            <a:ext cx="5303520" cy="155448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1" y="3081528"/>
            <a:ext cx="4974336" cy="384048"/>
          </a:xfrm>
          <a:prstGeom prst="rect">
            <a:avLst/>
          </a:prstGeom>
          <a:noFill/>
        </p:spPr>
        <p:txBody>
          <a:bodyPr wrap="none">
            <a:spAutoFit/>
          </a:bodyPr>
          <a:lstStyle/>
          <a:p>
            <a:pPr>
              <a:defRPr sz="1800" b="1">
                <a:solidFill>
                  <a:srgbClr val="24787D"/>
                </a:solidFill>
              </a:defRPr>
            </a:pPr>
            <a:r>
              <a:t>Risk Analysis</a:t>
            </a:r>
          </a:p>
        </p:txBody>
      </p:sp>
      <p:sp>
        <p:nvSpPr>
          <p:cNvPr id="15" name="TextBox 14"/>
          <p:cNvSpPr txBox="1"/>
          <p:nvPr/>
        </p:nvSpPr>
        <p:spPr>
          <a:xfrm>
            <a:off x="804671" y="3538728"/>
            <a:ext cx="5096267" cy="584775"/>
          </a:xfrm>
          <a:prstGeom prst="rect">
            <a:avLst/>
          </a:prstGeom>
          <a:noFill/>
        </p:spPr>
        <p:txBody>
          <a:bodyPr wrap="none">
            <a:spAutoFit/>
          </a:bodyPr>
          <a:lstStyle/>
          <a:p>
            <a:pPr>
              <a:defRPr sz="1500">
                <a:solidFill>
                  <a:srgbClr val="282D32"/>
                </a:solidFill>
              </a:defRPr>
            </a:pPr>
            <a:r>
              <a:rPr sz="1600" dirty="0">
                <a:latin typeface="Times New Roman" panose="02020603050405020304" pitchFamily="18" charset="0"/>
                <a:cs typeface="Times New Roman" panose="02020603050405020304" pitchFamily="18" charset="0"/>
              </a:rPr>
              <a:t>Helps prioritize potentially risky components so testing and</a:t>
            </a:r>
            <a:endParaRPr lang="en-US" sz="1600" dirty="0">
              <a:latin typeface="Times New Roman" panose="02020603050405020304" pitchFamily="18" charset="0"/>
              <a:cs typeface="Times New Roman" panose="02020603050405020304" pitchFamily="18" charset="0"/>
            </a:endParaRPr>
          </a:p>
          <a:p>
            <a:pPr>
              <a:defRPr sz="1500">
                <a:solidFill>
                  <a:srgbClr val="282D32"/>
                </a:solidFill>
              </a:defRPr>
            </a:pPr>
            <a:r>
              <a:rPr sz="1600" dirty="0">
                <a:latin typeface="Times New Roman" panose="02020603050405020304" pitchFamily="18" charset="0"/>
                <a:cs typeface="Times New Roman" panose="02020603050405020304" pitchFamily="18" charset="0"/>
              </a:rPr>
              <a:t> debugging effort can be focused where it is most needed.</a:t>
            </a:r>
          </a:p>
        </p:txBody>
      </p:sp>
      <p:sp>
        <p:nvSpPr>
          <p:cNvPr id="16" name="Rounded Rectangle 15"/>
          <p:cNvSpPr/>
          <p:nvPr/>
        </p:nvSpPr>
        <p:spPr>
          <a:xfrm>
            <a:off x="6217920" y="2971800"/>
            <a:ext cx="5303520" cy="155448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3081528"/>
            <a:ext cx="4974336" cy="384048"/>
          </a:xfrm>
          <a:prstGeom prst="rect">
            <a:avLst/>
          </a:prstGeom>
          <a:noFill/>
        </p:spPr>
        <p:txBody>
          <a:bodyPr wrap="none">
            <a:spAutoFit/>
          </a:bodyPr>
          <a:lstStyle/>
          <a:p>
            <a:pPr>
              <a:defRPr sz="1800" b="1">
                <a:solidFill>
                  <a:srgbClr val="24787D"/>
                </a:solidFill>
              </a:defRPr>
            </a:pPr>
            <a:r>
              <a:t>Explainability</a:t>
            </a:r>
          </a:p>
        </p:txBody>
      </p:sp>
      <p:sp>
        <p:nvSpPr>
          <p:cNvPr id="18" name="TextBox 17"/>
          <p:cNvSpPr txBox="1"/>
          <p:nvPr/>
        </p:nvSpPr>
        <p:spPr>
          <a:xfrm>
            <a:off x="6382512" y="3538728"/>
            <a:ext cx="4616970" cy="584775"/>
          </a:xfrm>
          <a:prstGeom prst="rect">
            <a:avLst/>
          </a:prstGeom>
          <a:noFill/>
        </p:spPr>
        <p:txBody>
          <a:bodyPr wrap="none">
            <a:spAutoFit/>
          </a:bodyPr>
          <a:lstStyle/>
          <a:p>
            <a:pPr>
              <a:defRPr sz="1500">
                <a:solidFill>
                  <a:srgbClr val="282D32"/>
                </a:solidFill>
              </a:defRPr>
            </a:pPr>
            <a:r>
              <a:rPr sz="1600" dirty="0">
                <a:latin typeface="Times New Roman" panose="02020603050405020304" pitchFamily="18" charset="0"/>
                <a:cs typeface="Times New Roman" panose="02020603050405020304" pitchFamily="18" charset="0"/>
              </a:rPr>
              <a:t>Provides insight into why a Machine Learning model </a:t>
            </a:r>
            <a:endParaRPr lang="en-US" sz="1600" dirty="0">
              <a:latin typeface="Times New Roman" panose="02020603050405020304" pitchFamily="18" charset="0"/>
              <a:cs typeface="Times New Roman" panose="02020603050405020304" pitchFamily="18" charset="0"/>
            </a:endParaRPr>
          </a:p>
          <a:p>
            <a:pPr>
              <a:defRPr sz="1500">
                <a:solidFill>
                  <a:srgbClr val="282D32"/>
                </a:solidFill>
              </a:defRPr>
            </a:pPr>
            <a:r>
              <a:rPr sz="1600" dirty="0">
                <a:latin typeface="Times New Roman" panose="02020603050405020304" pitchFamily="18" charset="0"/>
                <a:cs typeface="Times New Roman" panose="02020603050405020304" pitchFamily="18" charset="0"/>
              </a:rPr>
              <a:t>produced a particular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7452"/>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4408899"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4</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2941639"/>
          </a:xfrm>
          <a:prstGeom prst="rect">
            <a:avLst/>
          </a:prstGeom>
          <a:noFill/>
        </p:spPr>
        <p:txBody>
          <a:bodyPr wrap="square">
            <a:spAutoFit/>
          </a:bodyPr>
          <a:lstStyle/>
          <a:p>
            <a:pPr>
              <a:lnSpc>
                <a:spcPct val="200000"/>
              </a:lnSpc>
              <a:spcAft>
                <a:spcPts val="1100"/>
              </a:spcAft>
              <a:defRPr sz="1900" b="0">
                <a:solidFill>
                  <a:srgbClr val="282D32"/>
                </a:solidFill>
              </a:defRPr>
            </a:pPr>
            <a:r>
              <a:rPr lang="en-IN" sz="2400" dirty="0">
                <a:latin typeface="Times New Roman" panose="02020603050405020304" pitchFamily="18" charset="0"/>
                <a:cs typeface="Times New Roman" panose="02020603050405020304" pitchFamily="18" charset="0"/>
              </a:rPr>
              <a:t>Identifying bugs or defect-prone software modules early is difficult and time-consuming. Existing ML-based predictions may also lack clear explanations. Therefore, a system is needed to predict potential software defects and provide understandable explanations, and identify the  module risk level.</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17614"/>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2416111" cy="707886"/>
          </a:xfrm>
          <a:prstGeom prst="rect">
            <a:avLst/>
          </a:prstGeom>
          <a:noFill/>
        </p:spPr>
        <p:txBody>
          <a:bodyPr wrap="none">
            <a:spAutoFit/>
          </a:bodyPr>
          <a:lstStyle/>
          <a:p>
            <a:pPr>
              <a:defRPr sz="2500" b="1">
                <a:solidFill>
                  <a:srgbClr val="FFFFFF"/>
                </a:solidFill>
              </a:defRPr>
            </a:pPr>
            <a:r>
              <a:rPr sz="4000" dirty="0"/>
              <a:t>Objectives</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5</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3673121"/>
          </a:xfrm>
          <a:prstGeom prst="rect">
            <a:avLst/>
          </a:prstGeom>
          <a:noFill/>
        </p:spPr>
        <p:txBody>
          <a:bodyPr wrap="square">
            <a:spAutoFit/>
          </a:bodyPr>
          <a:lstStyle/>
          <a:p>
            <a:pPr lvl="0">
              <a:lnSpc>
                <a:spcPct val="200000"/>
              </a:lnSpc>
            </a:pPr>
            <a:r>
              <a:rPr lang="en-IN" sz="2400" dirty="0">
                <a:latin typeface="Times New Roman" panose="02020603050405020304" pitchFamily="18" charset="0"/>
                <a:cs typeface="Times New Roman" panose="02020603050405020304" pitchFamily="18" charset="0"/>
              </a:rPr>
              <a:t>To predict software defects using </a:t>
            </a:r>
            <a:r>
              <a:rPr lang="en-IN" sz="2400" b="1" dirty="0">
                <a:latin typeface="Times New Roman" panose="02020603050405020304" pitchFamily="18" charset="0"/>
                <a:cs typeface="Times New Roman" panose="02020603050405020304" pitchFamily="18" charset="0"/>
              </a:rPr>
              <a:t>Machine Learning</a:t>
            </a:r>
            <a:r>
              <a:rPr lang="en-IN" sz="2400" dirty="0">
                <a:latin typeface="Times New Roman" panose="02020603050405020304" pitchFamily="18" charset="0"/>
                <a:cs typeface="Times New Roman" panose="02020603050405020304" pitchFamily="18" charset="0"/>
              </a:rPr>
              <a:t>. </a:t>
            </a:r>
          </a:p>
          <a:p>
            <a:pPr lvl="0">
              <a:lnSpc>
                <a:spcPct val="200000"/>
              </a:lnSpc>
            </a:pPr>
            <a:r>
              <a:rPr lang="en-IN" sz="2400" dirty="0">
                <a:latin typeface="Times New Roman" panose="02020603050405020304" pitchFamily="18" charset="0"/>
                <a:cs typeface="Times New Roman" panose="02020603050405020304" pitchFamily="18" charset="0"/>
              </a:rPr>
              <a:t>To identify </a:t>
            </a:r>
            <a:r>
              <a:rPr lang="en-IN" sz="2400" b="1" dirty="0">
                <a:latin typeface="Times New Roman" panose="02020603050405020304" pitchFamily="18" charset="0"/>
                <a:cs typeface="Times New Roman" panose="02020603050405020304" pitchFamily="18" charset="0"/>
              </a:rPr>
              <a:t>high-risk software modules</a:t>
            </a:r>
            <a:r>
              <a:rPr lang="en-IN" sz="2400" dirty="0">
                <a:latin typeface="Times New Roman" panose="02020603050405020304" pitchFamily="18" charset="0"/>
                <a:cs typeface="Times New Roman" panose="02020603050405020304" pitchFamily="18" charset="0"/>
              </a:rPr>
              <a:t>. </a:t>
            </a:r>
          </a:p>
          <a:p>
            <a:pPr lvl="0">
              <a:lnSpc>
                <a:spcPct val="200000"/>
              </a:lnSpc>
            </a:pPr>
            <a:r>
              <a:rPr lang="en-IN" sz="2400" dirty="0">
                <a:latin typeface="Times New Roman" panose="02020603050405020304" pitchFamily="18" charset="0"/>
                <a:cs typeface="Times New Roman" panose="02020603050405020304" pitchFamily="18" charset="0"/>
              </a:rPr>
              <a:t>To handle imbalanced data using </a:t>
            </a:r>
            <a:r>
              <a:rPr lang="en-IN" sz="2400" b="1" dirty="0" err="1">
                <a:latin typeface="Times New Roman" panose="02020603050405020304" pitchFamily="18" charset="0"/>
                <a:cs typeface="Times New Roman" panose="02020603050405020304" pitchFamily="18" charset="0"/>
              </a:rPr>
              <a:t>NearMiss</a:t>
            </a:r>
            <a:r>
              <a:rPr lang="en-IN" sz="2400" dirty="0">
                <a:latin typeface="Times New Roman" panose="02020603050405020304" pitchFamily="18" charset="0"/>
                <a:cs typeface="Times New Roman" panose="02020603050405020304" pitchFamily="18" charset="0"/>
              </a:rPr>
              <a:t>. </a:t>
            </a:r>
          </a:p>
          <a:p>
            <a:pPr lvl="0">
              <a:lnSpc>
                <a:spcPct val="200000"/>
              </a:lnSpc>
            </a:pPr>
            <a:r>
              <a:rPr lang="en-IN" sz="2400" dirty="0">
                <a:latin typeface="Times New Roman" panose="02020603050405020304" pitchFamily="18" charset="0"/>
                <a:cs typeface="Times New Roman" panose="02020603050405020304" pitchFamily="18" charset="0"/>
              </a:rPr>
              <a:t>To explain predictions using </a:t>
            </a:r>
            <a:r>
              <a:rPr lang="en-IN" sz="2400" b="1" dirty="0">
                <a:latin typeface="Times New Roman" panose="02020603050405020304" pitchFamily="18" charset="0"/>
                <a:cs typeface="Times New Roman" panose="02020603050405020304" pitchFamily="18" charset="0"/>
              </a:rPr>
              <a:t>SHAP</a:t>
            </a:r>
            <a:r>
              <a:rPr lang="en-IN" sz="2400" dirty="0">
                <a:latin typeface="Times New Roman" panose="02020603050405020304" pitchFamily="18" charset="0"/>
                <a:cs typeface="Times New Roman" panose="02020603050405020304" pitchFamily="18" charset="0"/>
              </a:rPr>
              <a:t>. </a:t>
            </a:r>
          </a:p>
          <a:p>
            <a:pPr lvl="0">
              <a:lnSpc>
                <a:spcPct val="200000"/>
              </a:lnSpc>
            </a:pPr>
            <a:r>
              <a:rPr lang="en-IN" sz="2400" dirty="0">
                <a:latin typeface="Times New Roman" panose="02020603050405020304" pitchFamily="18" charset="0"/>
                <a:cs typeface="Times New Roman" panose="02020603050405020304" pitchFamily="18" charset="0"/>
              </a:rPr>
              <a:t>To compare different </a:t>
            </a:r>
            <a:r>
              <a:rPr lang="en-IN" sz="2400" b="1" dirty="0">
                <a:latin typeface="Times New Roman" panose="02020603050405020304" pitchFamily="18" charset="0"/>
                <a:cs typeface="Times New Roman" panose="02020603050405020304" pitchFamily="18" charset="0"/>
              </a:rPr>
              <a:t>ML models</a:t>
            </a:r>
            <a:r>
              <a:rPr lang="en-IN"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99326"/>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2552878" cy="707886"/>
          </a:xfrm>
          <a:prstGeom prst="rect">
            <a:avLst/>
          </a:prstGeom>
          <a:noFill/>
        </p:spPr>
        <p:txBody>
          <a:bodyPr wrap="none">
            <a:spAutoFit/>
          </a:bodyPr>
          <a:lstStyle/>
          <a:p>
            <a:pPr>
              <a:defRPr sz="2500" b="1">
                <a:solidFill>
                  <a:srgbClr val="FFFFFF"/>
                </a:solidFill>
              </a:defRPr>
            </a:pPr>
            <a:r>
              <a:rPr sz="4000" dirty="0"/>
              <a:t>Motivation</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6</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3673121"/>
          </a:xfrm>
          <a:prstGeom prst="rect">
            <a:avLst/>
          </a:prstGeom>
          <a:noFill/>
        </p:spPr>
        <p:txBody>
          <a:bodyPr wrap="square">
            <a:spAutoFit/>
          </a:bodyPr>
          <a:lstStyle/>
          <a:p>
            <a:pPr lvl="0">
              <a:lnSpc>
                <a:spcPct val="200000"/>
              </a:lnSpc>
            </a:pPr>
            <a:r>
              <a:rPr lang="en-IN" sz="2400" dirty="0">
                <a:latin typeface="Times New Roman" panose="02020603050405020304" pitchFamily="18" charset="0"/>
                <a:cs typeface="Times New Roman" panose="02020603050405020304" pitchFamily="18" charset="0"/>
              </a:rPr>
              <a:t>Software bugs can reduce software quality and reliability.</a:t>
            </a:r>
          </a:p>
          <a:p>
            <a:pPr lvl="0">
              <a:lnSpc>
                <a:spcPct val="200000"/>
              </a:lnSpc>
            </a:pPr>
            <a:r>
              <a:rPr lang="en-IN" sz="2400" dirty="0"/>
              <a:t>Reduce unnecessary testing effort </a:t>
            </a:r>
            <a:r>
              <a:rPr lang="en-IN" sz="2400" dirty="0">
                <a:latin typeface="Times New Roman" panose="02020603050405020304" pitchFamily="18" charset="0"/>
                <a:cs typeface="Times New Roman" panose="02020603050405020304" pitchFamily="18" charset="0"/>
              </a:rPr>
              <a:t>and maintenance effort.</a:t>
            </a:r>
          </a:p>
          <a:p>
            <a:pPr lvl="0">
              <a:lnSpc>
                <a:spcPct val="200000"/>
              </a:lnSpc>
            </a:pPr>
            <a:r>
              <a:rPr lang="en-IN" sz="2400" dirty="0"/>
              <a:t>Help developers focus on </a:t>
            </a:r>
            <a:r>
              <a:rPr lang="en-IN" sz="2400" dirty="0">
                <a:latin typeface="Times New Roman" panose="02020603050405020304" pitchFamily="18" charset="0"/>
                <a:cs typeface="Times New Roman" panose="02020603050405020304" pitchFamily="18" charset="0"/>
              </a:rPr>
              <a:t>high-risk modules.</a:t>
            </a:r>
          </a:p>
          <a:p>
            <a:pPr lvl="0">
              <a:lnSpc>
                <a:spcPct val="200000"/>
              </a:lnSpc>
            </a:pPr>
            <a:r>
              <a:rPr lang="en-IN" sz="2400" dirty="0">
                <a:latin typeface="Times New Roman" panose="02020603050405020304" pitchFamily="18" charset="0"/>
                <a:cs typeface="Times New Roman" panose="02020603050405020304" pitchFamily="18" charset="0"/>
              </a:rPr>
              <a:t>ML can help automate bug prediction.</a:t>
            </a:r>
          </a:p>
          <a:p>
            <a:pPr lvl="0">
              <a:lnSpc>
                <a:spcPct val="200000"/>
              </a:lnSpc>
            </a:pPr>
            <a:r>
              <a:rPr lang="en-IN" sz="2400" dirty="0">
                <a:latin typeface="Times New Roman" panose="02020603050405020304" pitchFamily="18" charset="0"/>
                <a:cs typeface="Times New Roman" panose="02020603050405020304" pitchFamily="18" charset="0"/>
              </a:rPr>
              <a:t>Explainable AI helps developers understand the predictions.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10922"/>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644674" cy="646331"/>
          </a:xfrm>
          <a:prstGeom prst="rect">
            <a:avLst/>
          </a:prstGeom>
          <a:noFill/>
        </p:spPr>
        <p:txBody>
          <a:bodyPr wrap="none">
            <a:spAutoFit/>
          </a:bodyPr>
          <a:lstStyle/>
          <a:p>
            <a:pPr>
              <a:defRPr sz="2500" b="1">
                <a:solidFill>
                  <a:srgbClr val="FFFFFF"/>
                </a:solidFill>
              </a:defRPr>
            </a:pPr>
            <a:r>
              <a:rPr sz="3600" dirty="0">
                <a:latin typeface="Times New Roman" panose="02020603050405020304" pitchFamily="18" charset="0"/>
                <a:cs typeface="Times New Roman" panose="02020603050405020304" pitchFamily="18" charset="0"/>
              </a:rPr>
              <a:t>Machine Learning Models and Their Roles</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11</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680624"/>
            <a:ext cx="5394960" cy="141732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9120" y="1856243"/>
            <a:ext cx="5065776" cy="384048"/>
          </a:xfrm>
          <a:prstGeom prst="rect">
            <a:avLst/>
          </a:prstGeom>
          <a:noFill/>
        </p:spPr>
        <p:txBody>
          <a:bodyPr wrap="none">
            <a:spAutoFit/>
          </a:bodyPr>
          <a:lstStyle/>
          <a:p>
            <a:pPr>
              <a:defRPr sz="1800" b="1">
                <a:solidFill>
                  <a:srgbClr val="24787D"/>
                </a:solidFill>
              </a:defRPr>
            </a:pPr>
            <a:r>
              <a:t>Logistic Regression</a:t>
            </a:r>
          </a:p>
        </p:txBody>
      </p:sp>
      <p:sp>
        <p:nvSpPr>
          <p:cNvPr id="9" name="TextBox 8"/>
          <p:cNvSpPr txBox="1"/>
          <p:nvPr/>
        </p:nvSpPr>
        <p:spPr>
          <a:xfrm>
            <a:off x="579120" y="2350458"/>
            <a:ext cx="5295039" cy="707886"/>
          </a:xfrm>
          <a:prstGeom prst="rect">
            <a:avLst/>
          </a:prstGeom>
          <a:noFill/>
        </p:spPr>
        <p:txBody>
          <a:bodyPr wrap="none">
            <a:spAutoFit/>
          </a:bodyPr>
          <a:lstStyle/>
          <a:p>
            <a:pPr>
              <a:defRPr sz="1500">
                <a:solidFill>
                  <a:srgbClr val="282D32"/>
                </a:solidFill>
              </a:defRPr>
            </a:pPr>
            <a:r>
              <a:rPr lang="en-IN" sz="2000" dirty="0">
                <a:latin typeface="Times New Roman" panose="02020603050405020304" pitchFamily="18" charset="0"/>
                <a:cs typeface="Times New Roman" panose="02020603050405020304" pitchFamily="18" charset="0"/>
              </a:rPr>
              <a:t>It predicts whether a software module is defective</a:t>
            </a:r>
          </a:p>
          <a:p>
            <a:pPr>
              <a:defRPr sz="1500">
                <a:solidFill>
                  <a:srgbClr val="282D32"/>
                </a:solidFill>
              </a:defRPr>
            </a:pPr>
            <a:r>
              <a:rPr lang="en-IN" sz="2000" dirty="0">
                <a:latin typeface="Times New Roman" panose="02020603050405020304" pitchFamily="18" charset="0"/>
                <a:cs typeface="Times New Roman" panose="02020603050405020304" pitchFamily="18" charset="0"/>
              </a:rPr>
              <a:t> or non-defective</a:t>
            </a:r>
            <a:endParaRPr sz="2000" dirty="0">
              <a:latin typeface="Times New Roman" panose="02020603050405020304" pitchFamily="18" charset="0"/>
              <a:cs typeface="Times New Roman" panose="02020603050405020304" pitchFamily="18" charset="0"/>
            </a:endParaRPr>
          </a:p>
        </p:txBody>
      </p:sp>
      <p:sp>
        <p:nvSpPr>
          <p:cNvPr id="10" name="Rounded Rectangle 9"/>
          <p:cNvSpPr/>
          <p:nvPr/>
        </p:nvSpPr>
        <p:spPr>
          <a:xfrm>
            <a:off x="6152749" y="1699870"/>
            <a:ext cx="5394960" cy="141732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917649"/>
            <a:ext cx="5065776" cy="384048"/>
          </a:xfrm>
          <a:prstGeom prst="rect">
            <a:avLst/>
          </a:prstGeom>
          <a:noFill/>
        </p:spPr>
        <p:txBody>
          <a:bodyPr wrap="none">
            <a:spAutoFit/>
          </a:bodyPr>
          <a:lstStyle/>
          <a:p>
            <a:pPr>
              <a:defRPr sz="1800" b="1">
                <a:solidFill>
                  <a:srgbClr val="24787D"/>
                </a:solidFill>
              </a:defRPr>
            </a:pPr>
            <a:r>
              <a:rPr dirty="0"/>
              <a:t>Decision Tree</a:t>
            </a:r>
          </a:p>
        </p:txBody>
      </p:sp>
      <p:sp>
        <p:nvSpPr>
          <p:cNvPr id="12" name="TextBox 11"/>
          <p:cNvSpPr txBox="1"/>
          <p:nvPr/>
        </p:nvSpPr>
        <p:spPr>
          <a:xfrm>
            <a:off x="6333383" y="2356835"/>
            <a:ext cx="5165197" cy="400110"/>
          </a:xfrm>
          <a:prstGeom prst="rect">
            <a:avLst/>
          </a:prstGeom>
          <a:noFill/>
        </p:spPr>
        <p:txBody>
          <a:bodyPr wrap="none">
            <a:spAutoFit/>
          </a:bodyPr>
          <a:lstStyle/>
          <a:p>
            <a:pPr>
              <a:defRPr sz="1500">
                <a:solidFill>
                  <a:srgbClr val="282D32"/>
                </a:solidFill>
              </a:defRPr>
            </a:pPr>
            <a:r>
              <a:rPr lang="en-IN" sz="2000" dirty="0">
                <a:latin typeface="Times New Roman" panose="02020603050405020304" pitchFamily="18" charset="0"/>
                <a:cs typeface="Times New Roman" panose="02020603050405020304" pitchFamily="18" charset="0"/>
              </a:rPr>
              <a:t>It makes predictions using simple decision rules.</a:t>
            </a:r>
            <a:endParaRPr sz="2000" dirty="0">
              <a:latin typeface="Times New Roman" panose="02020603050405020304" pitchFamily="18" charset="0"/>
              <a:cs typeface="Times New Roman" panose="02020603050405020304" pitchFamily="18" charset="0"/>
            </a:endParaRPr>
          </a:p>
        </p:txBody>
      </p:sp>
      <p:sp>
        <p:nvSpPr>
          <p:cNvPr id="13" name="Rounded Rectangle 12"/>
          <p:cNvSpPr/>
          <p:nvPr/>
        </p:nvSpPr>
        <p:spPr>
          <a:xfrm>
            <a:off x="516631" y="3416058"/>
            <a:ext cx="5394960" cy="141732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 y="3524688"/>
            <a:ext cx="5065776" cy="384048"/>
          </a:xfrm>
          <a:prstGeom prst="rect">
            <a:avLst/>
          </a:prstGeom>
          <a:noFill/>
        </p:spPr>
        <p:txBody>
          <a:bodyPr wrap="none">
            <a:spAutoFit/>
          </a:bodyPr>
          <a:lstStyle/>
          <a:p>
            <a:pPr>
              <a:defRPr sz="1800" b="1">
                <a:solidFill>
                  <a:srgbClr val="24787D"/>
                </a:solidFill>
              </a:defRPr>
            </a:pPr>
            <a:r>
              <a:rPr dirty="0"/>
              <a:t>Random Forest</a:t>
            </a:r>
          </a:p>
        </p:txBody>
      </p:sp>
      <p:sp>
        <p:nvSpPr>
          <p:cNvPr id="15" name="TextBox 14"/>
          <p:cNvSpPr txBox="1"/>
          <p:nvPr/>
        </p:nvSpPr>
        <p:spPr>
          <a:xfrm>
            <a:off x="758952" y="3982986"/>
            <a:ext cx="4910319" cy="707886"/>
          </a:xfrm>
          <a:prstGeom prst="rect">
            <a:avLst/>
          </a:prstGeom>
          <a:noFill/>
        </p:spPr>
        <p:txBody>
          <a:bodyPr wrap="none">
            <a:spAutoFit/>
          </a:bodyPr>
          <a:lstStyle/>
          <a:p>
            <a:pPr>
              <a:defRPr sz="1500">
                <a:solidFill>
                  <a:srgbClr val="282D32"/>
                </a:solidFill>
              </a:defRPr>
            </a:pPr>
            <a:r>
              <a:rPr sz="2000" dirty="0">
                <a:latin typeface="Times New Roman" panose="02020603050405020304" pitchFamily="18" charset="0"/>
                <a:cs typeface="Times New Roman" panose="02020603050405020304" pitchFamily="18" charset="0"/>
              </a:rPr>
              <a:t>Combines multiple decision trees to improve</a:t>
            </a:r>
            <a:r>
              <a:rPr lang="en-US" sz="2000" dirty="0">
                <a:latin typeface="Times New Roman" panose="02020603050405020304" pitchFamily="18" charset="0"/>
                <a:cs typeface="Times New Roman" panose="02020603050405020304" pitchFamily="18" charset="0"/>
              </a:rPr>
              <a:t>  </a:t>
            </a:r>
          </a:p>
          <a:p>
            <a:pPr>
              <a:defRPr sz="1500">
                <a:solidFill>
                  <a:srgbClr val="282D32"/>
                </a:solidFill>
              </a:defRPr>
            </a:pPr>
            <a:r>
              <a:rPr sz="2000" dirty="0">
                <a:latin typeface="Times New Roman" panose="02020603050405020304" pitchFamily="18" charset="0"/>
                <a:cs typeface="Times New Roman" panose="02020603050405020304" pitchFamily="18" charset="0"/>
              </a:rPr>
              <a:t> robustness and prediction performance.</a:t>
            </a:r>
          </a:p>
        </p:txBody>
      </p:sp>
      <p:sp>
        <p:nvSpPr>
          <p:cNvPr id="16" name="Rounded Rectangle 15"/>
          <p:cNvSpPr/>
          <p:nvPr/>
        </p:nvSpPr>
        <p:spPr>
          <a:xfrm>
            <a:off x="6309360" y="3385871"/>
            <a:ext cx="5394960" cy="141732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47104" y="3508646"/>
            <a:ext cx="5065776" cy="384048"/>
          </a:xfrm>
          <a:prstGeom prst="rect">
            <a:avLst/>
          </a:prstGeom>
          <a:noFill/>
        </p:spPr>
        <p:txBody>
          <a:bodyPr wrap="none">
            <a:spAutoFit/>
          </a:bodyPr>
          <a:lstStyle/>
          <a:p>
            <a:pPr>
              <a:defRPr sz="1800" b="1">
                <a:solidFill>
                  <a:srgbClr val="24787D"/>
                </a:solidFill>
              </a:defRPr>
            </a:pPr>
            <a:r>
              <a:rPr dirty="0" err="1"/>
              <a:t>XGBoost</a:t>
            </a:r>
            <a:endParaRPr dirty="0"/>
          </a:p>
        </p:txBody>
      </p:sp>
      <p:sp>
        <p:nvSpPr>
          <p:cNvPr id="18" name="TextBox 17"/>
          <p:cNvSpPr txBox="1"/>
          <p:nvPr/>
        </p:nvSpPr>
        <p:spPr>
          <a:xfrm>
            <a:off x="6510849" y="3982986"/>
            <a:ext cx="4270721" cy="707886"/>
          </a:xfrm>
          <a:prstGeom prst="rect">
            <a:avLst/>
          </a:prstGeom>
          <a:noFill/>
        </p:spPr>
        <p:txBody>
          <a:bodyPr wrap="none">
            <a:spAutoFit/>
          </a:bodyPr>
          <a:lstStyle/>
          <a:p>
            <a:pPr>
              <a:defRPr sz="1500">
                <a:solidFill>
                  <a:srgbClr val="282D32"/>
                </a:solidFill>
              </a:defRPr>
            </a:pPr>
            <a:r>
              <a:rPr lang="en-IN" sz="2000" dirty="0">
                <a:latin typeface="Times New Roman" panose="02020603050405020304" pitchFamily="18" charset="0"/>
                <a:cs typeface="Times New Roman" panose="02020603050405020304" pitchFamily="18" charset="0"/>
              </a:rPr>
              <a:t>It builds models step by step to improve</a:t>
            </a:r>
          </a:p>
          <a:p>
            <a:pPr>
              <a:defRPr sz="1500">
                <a:solidFill>
                  <a:srgbClr val="282D32"/>
                </a:solidFill>
              </a:defRPr>
            </a:pPr>
            <a:r>
              <a:rPr lang="en-IN" sz="2000" dirty="0">
                <a:latin typeface="Times New Roman" panose="02020603050405020304" pitchFamily="18" charset="0"/>
                <a:cs typeface="Times New Roman" panose="02020603050405020304" pitchFamily="18" charset="0"/>
              </a:rPr>
              <a:t> prediction accuracy</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07886"/>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502920" y="109728"/>
            <a:ext cx="3137975"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Risk Analysis</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12</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4411785"/>
          </a:xfrm>
          <a:prstGeom prst="rect">
            <a:avLst/>
          </a:prstGeom>
          <a:noFill/>
        </p:spPr>
        <p:txBody>
          <a:bodyPr wrap="square">
            <a:spAutoFit/>
          </a:bodyPr>
          <a:lstStyle/>
          <a:p>
            <a:pPr lvl="0">
              <a:lnSpc>
                <a:spcPct val="200000"/>
              </a:lnSpc>
            </a:pPr>
            <a:r>
              <a:rPr lang="en-IN" sz="2400" dirty="0">
                <a:latin typeface="Times New Roman" panose="02020603050405020304" pitchFamily="18" charset="0"/>
                <a:cs typeface="Times New Roman" panose="02020603050405020304" pitchFamily="18" charset="0"/>
              </a:rPr>
              <a:t>Predict whether a software module is </a:t>
            </a:r>
            <a:r>
              <a:rPr lang="en-IN" sz="2400" b="1" dirty="0">
                <a:latin typeface="Times New Roman" panose="02020603050405020304" pitchFamily="18" charset="0"/>
                <a:cs typeface="Times New Roman" panose="02020603050405020304" pitchFamily="18" charset="0"/>
              </a:rPr>
              <a:t>defective or non-defective</a:t>
            </a:r>
            <a:r>
              <a:rPr lang="en-IN" sz="2400" dirty="0">
                <a:latin typeface="Times New Roman" panose="02020603050405020304" pitchFamily="18" charset="0"/>
                <a:cs typeface="Times New Roman" panose="02020603050405020304" pitchFamily="18" charset="0"/>
              </a:rPr>
              <a:t>.</a:t>
            </a:r>
          </a:p>
          <a:p>
            <a:pPr lvl="0">
              <a:lnSpc>
                <a:spcPct val="200000"/>
              </a:lnSpc>
            </a:pPr>
            <a:r>
              <a:rPr lang="en-IN" sz="2400" dirty="0">
                <a:latin typeface="Times New Roman" panose="02020603050405020304" pitchFamily="18" charset="0"/>
                <a:cs typeface="Times New Roman" panose="02020603050405020304" pitchFamily="18" charset="0"/>
              </a:rPr>
              <a:t>Identify the risk level of each module.</a:t>
            </a:r>
          </a:p>
          <a:p>
            <a:pPr lvl="0">
              <a:lnSpc>
                <a:spcPct val="200000"/>
              </a:lnSpc>
            </a:pPr>
            <a:r>
              <a:rPr lang="en-IN" sz="2400" b="1" dirty="0">
                <a:latin typeface="Times New Roman" panose="02020603050405020304" pitchFamily="18" charset="0"/>
                <a:cs typeface="Times New Roman" panose="02020603050405020304" pitchFamily="18" charset="0"/>
              </a:rPr>
              <a:t>High Risk</a:t>
            </a:r>
            <a:r>
              <a:rPr lang="en-IN" sz="2400" dirty="0">
                <a:latin typeface="Times New Roman" panose="02020603050405020304" pitchFamily="18" charset="0"/>
                <a:cs typeface="Times New Roman" panose="02020603050405020304" pitchFamily="18" charset="0"/>
              </a:rPr>
              <a:t> → needs immediate attention.</a:t>
            </a:r>
          </a:p>
          <a:p>
            <a:pPr lvl="0">
              <a:lnSpc>
                <a:spcPct val="200000"/>
              </a:lnSpc>
            </a:pPr>
            <a:r>
              <a:rPr lang="en-IN" sz="2400" b="1" dirty="0">
                <a:latin typeface="Times New Roman" panose="02020603050405020304" pitchFamily="18" charset="0"/>
                <a:cs typeface="Times New Roman" panose="02020603050405020304" pitchFamily="18" charset="0"/>
              </a:rPr>
              <a:t>Medium Risk</a:t>
            </a:r>
            <a:r>
              <a:rPr lang="en-IN" sz="2400" dirty="0">
                <a:latin typeface="Times New Roman" panose="02020603050405020304" pitchFamily="18" charset="0"/>
                <a:cs typeface="Times New Roman" panose="02020603050405020304" pitchFamily="18" charset="0"/>
              </a:rPr>
              <a:t> → needs monitoring.</a:t>
            </a:r>
          </a:p>
          <a:p>
            <a:pPr lvl="0">
              <a:lnSpc>
                <a:spcPct val="200000"/>
              </a:lnSpc>
            </a:pPr>
            <a:r>
              <a:rPr lang="en-IN" sz="2400" b="1" dirty="0">
                <a:latin typeface="Times New Roman" panose="02020603050405020304" pitchFamily="18" charset="0"/>
                <a:cs typeface="Times New Roman" panose="02020603050405020304" pitchFamily="18" charset="0"/>
              </a:rPr>
              <a:t>Low Risk</a:t>
            </a:r>
            <a:r>
              <a:rPr lang="en-IN" sz="2400" dirty="0">
                <a:latin typeface="Times New Roman" panose="02020603050405020304" pitchFamily="18" charset="0"/>
                <a:cs typeface="Times New Roman" panose="02020603050405020304" pitchFamily="18" charset="0"/>
              </a:rPr>
              <a:t> → lower priority.</a:t>
            </a:r>
          </a:p>
          <a:p>
            <a:pPr lvl="0">
              <a:lnSpc>
                <a:spcPct val="200000"/>
              </a:lnSpc>
            </a:pPr>
            <a:r>
              <a:rPr lang="en-IN" sz="2400" dirty="0">
                <a:latin typeface="Times New Roman" panose="02020603050405020304" pitchFamily="18" charset="0"/>
                <a:cs typeface="Times New Roman" panose="02020603050405020304" pitchFamily="18" charset="0"/>
              </a:rPr>
              <a:t>Use SHAP to understand the factors contributing to the risk.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846FC-845F-2192-6544-90C18C2A7400}"/>
              </a:ext>
            </a:extLst>
          </p:cNvPr>
          <p:cNvSpPr>
            <a:spLocks noGrp="1"/>
          </p:cNvSpPr>
          <p:nvPr>
            <p:ph idx="1"/>
          </p:nvPr>
        </p:nvSpPr>
        <p:spPr>
          <a:xfrm>
            <a:off x="457200" y="1600200"/>
            <a:ext cx="11125200" cy="4832684"/>
          </a:xfrm>
        </p:spPr>
        <p:txBody>
          <a:bodyPr>
            <a:noAutofit/>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Explainable AI (XAI)</a:t>
            </a:r>
          </a:p>
          <a:p>
            <a:pPr lvl="0">
              <a:lnSpc>
                <a:spcPct val="150000"/>
              </a:lnSpc>
            </a:pPr>
            <a:r>
              <a:rPr lang="en-IN" sz="2400" dirty="0">
                <a:latin typeface="Times New Roman" panose="02020603050405020304" pitchFamily="18" charset="0"/>
                <a:cs typeface="Times New Roman" panose="02020603050405020304" pitchFamily="18" charset="0"/>
              </a:rPr>
              <a:t>Explains </a:t>
            </a:r>
            <a:r>
              <a:rPr lang="en-IN" sz="2400" b="1" dirty="0">
                <a:latin typeface="Times New Roman" panose="02020603050405020304" pitchFamily="18" charset="0"/>
                <a:cs typeface="Times New Roman" panose="02020603050405020304" pitchFamily="18" charset="0"/>
              </a:rPr>
              <a:t>why</a:t>
            </a:r>
            <a:r>
              <a:rPr lang="en-IN" sz="2400" dirty="0">
                <a:latin typeface="Times New Roman" panose="02020603050405020304" pitchFamily="18" charset="0"/>
                <a:cs typeface="Times New Roman" panose="02020603050405020304" pitchFamily="18" charset="0"/>
              </a:rPr>
              <a:t> the ML model predicts a software module as buggy or non-buggy.</a:t>
            </a:r>
          </a:p>
          <a:p>
            <a:pPr lvl="0">
              <a:lnSpc>
                <a:spcPct val="150000"/>
              </a:lnSpc>
            </a:pPr>
            <a:r>
              <a:rPr lang="en-IN" sz="2400" dirty="0">
                <a:latin typeface="Times New Roman" panose="02020603050405020304" pitchFamily="18" charset="0"/>
                <a:cs typeface="Times New Roman" panose="02020603050405020304" pitchFamily="18" charset="0"/>
              </a:rPr>
              <a:t>Makes ML predictions </a:t>
            </a:r>
            <a:r>
              <a:rPr lang="en-IN" sz="2400" b="1" dirty="0">
                <a:latin typeface="Times New Roman" panose="02020603050405020304" pitchFamily="18" charset="0"/>
                <a:cs typeface="Times New Roman" panose="02020603050405020304" pitchFamily="18" charset="0"/>
              </a:rPr>
              <a:t>understandable and interpretable</a:t>
            </a:r>
            <a:r>
              <a:rPr lang="en-IN" sz="2400" dirty="0">
                <a:latin typeface="Times New Roman" panose="02020603050405020304" pitchFamily="18" charset="0"/>
                <a:cs typeface="Times New Roman" panose="02020603050405020304" pitchFamily="18" charset="0"/>
              </a:rPr>
              <a:t> to developers.</a:t>
            </a:r>
          </a:p>
          <a:p>
            <a:pPr marL="0" indent="0">
              <a:lnSpc>
                <a:spcPct val="150000"/>
              </a:lnSpc>
              <a:buNone/>
            </a:pPr>
            <a:r>
              <a:rPr lang="en-IN" sz="2400" b="1" dirty="0">
                <a:latin typeface="Times New Roman" panose="02020603050405020304" pitchFamily="18" charset="0"/>
                <a:cs typeface="Times New Roman" panose="02020603050405020304" pitchFamily="18" charset="0"/>
              </a:rPr>
              <a:t>SHAP</a:t>
            </a:r>
            <a:r>
              <a:rPr lang="en-IN" sz="2400" dirty="0"/>
              <a:t>(</a:t>
            </a:r>
            <a:r>
              <a:rPr lang="en-IN" sz="2400" b="1" dirty="0" err="1"/>
              <a:t>SHapley</a:t>
            </a:r>
            <a:r>
              <a:rPr lang="en-IN" sz="2400" b="1" dirty="0"/>
              <a:t> Additive </a:t>
            </a:r>
            <a:r>
              <a:rPr lang="en-IN" sz="2400" b="1" dirty="0" err="1"/>
              <a:t>exPlanations</a:t>
            </a:r>
            <a:r>
              <a:rPr lang="en-IN" sz="2400" dirty="0"/>
              <a:t>)</a:t>
            </a:r>
            <a:endParaRPr lang="en-IN" sz="2400" b="1" dirty="0">
              <a:latin typeface="Times New Roman" panose="02020603050405020304" pitchFamily="18" charset="0"/>
              <a:cs typeface="Times New Roman" panose="02020603050405020304" pitchFamily="18" charset="0"/>
            </a:endParaRPr>
          </a:p>
          <a:p>
            <a:pPr lvl="0">
              <a:lnSpc>
                <a:spcPct val="150000"/>
              </a:lnSpc>
            </a:pPr>
            <a:r>
              <a:rPr lang="en-IN" sz="2400" dirty="0">
                <a:latin typeface="Times New Roman" panose="02020603050405020304" pitchFamily="18" charset="0"/>
                <a:cs typeface="Times New Roman" panose="02020603050405020304" pitchFamily="18" charset="0"/>
              </a:rPr>
              <a:t>Shows how each </a:t>
            </a:r>
            <a:r>
              <a:rPr lang="en-IN" sz="2400" b="1" dirty="0">
                <a:latin typeface="Times New Roman" panose="02020603050405020304" pitchFamily="18" charset="0"/>
                <a:cs typeface="Times New Roman" panose="02020603050405020304" pitchFamily="18" charset="0"/>
              </a:rPr>
              <a:t>feature contributes</a:t>
            </a:r>
            <a:r>
              <a:rPr lang="en-IN" sz="2400" dirty="0">
                <a:latin typeface="Times New Roman" panose="02020603050405020304" pitchFamily="18" charset="0"/>
                <a:cs typeface="Times New Roman" panose="02020603050405020304" pitchFamily="18" charset="0"/>
              </a:rPr>
              <a:t> to the model's prediction.</a:t>
            </a:r>
          </a:p>
          <a:p>
            <a:pPr lvl="0">
              <a:lnSpc>
                <a:spcPct val="150000"/>
              </a:lnSpc>
            </a:pPr>
            <a:r>
              <a:rPr lang="en-IN" sz="2400" dirty="0">
                <a:latin typeface="Times New Roman" panose="02020603050405020304" pitchFamily="18" charset="0"/>
                <a:cs typeface="Times New Roman" panose="02020603050405020304" pitchFamily="18" charset="0"/>
              </a:rPr>
              <a:t>Identifies the </a:t>
            </a:r>
            <a:r>
              <a:rPr lang="en-IN" sz="2400" b="1" dirty="0">
                <a:latin typeface="Times New Roman" panose="02020603050405020304" pitchFamily="18" charset="0"/>
                <a:cs typeface="Times New Roman" panose="02020603050405020304" pitchFamily="18" charset="0"/>
              </a:rPr>
              <a:t>most important software metrics</a:t>
            </a:r>
            <a:r>
              <a:rPr lang="en-IN" sz="2400" dirty="0">
                <a:latin typeface="Times New Roman" panose="02020603050405020304" pitchFamily="18" charset="0"/>
                <a:cs typeface="Times New Roman" panose="02020603050405020304" pitchFamily="18" charset="0"/>
              </a:rPr>
              <a:t> influencing bug prediction.</a:t>
            </a:r>
          </a:p>
          <a:p>
            <a:pPr>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7650714-7232-2E50-4C52-6DA57B67831C}"/>
              </a:ext>
            </a:extLst>
          </p:cNvPr>
          <p:cNvSpPr/>
          <p:nvPr/>
        </p:nvSpPr>
        <p:spPr>
          <a:xfrm>
            <a:off x="305" y="-19160"/>
            <a:ext cx="12191695" cy="933560"/>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500" b="1">
                <a:solidFill>
                  <a:srgbClr val="FFFFFF"/>
                </a:solidFill>
              </a:defRPr>
            </a:pPr>
            <a:r>
              <a:rPr lang="en-IN" sz="4000" dirty="0">
                <a:latin typeface="Times New Roman" panose="02020603050405020304" pitchFamily="18" charset="0"/>
                <a:cs typeface="Times New Roman" panose="02020603050405020304" pitchFamily="18" charset="0"/>
              </a:rPr>
              <a:t>Explainable AI and SHAP</a:t>
            </a:r>
          </a:p>
        </p:txBody>
      </p:sp>
    </p:spTree>
    <p:extLst>
      <p:ext uri="{BB962C8B-B14F-4D97-AF65-F5344CB8AC3E}">
        <p14:creationId xmlns:p14="http://schemas.microsoft.com/office/powerpoint/2010/main" val="1657391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20CFF9-6A79-083F-3C08-3F7094F8839B}"/>
              </a:ext>
            </a:extLst>
          </p:cNvPr>
          <p:cNvPicPr>
            <a:picLocks noChangeAspect="1"/>
          </p:cNvPicPr>
          <p:nvPr/>
        </p:nvPicPr>
        <p:blipFill>
          <a:blip r:embed="rId2"/>
          <a:stretch>
            <a:fillRect/>
          </a:stretch>
        </p:blipFill>
        <p:spPr>
          <a:xfrm>
            <a:off x="679783" y="519342"/>
            <a:ext cx="10511913" cy="6168923"/>
          </a:xfrm>
          <a:prstGeom prst="rect">
            <a:avLst/>
          </a:prstGeom>
        </p:spPr>
      </p:pic>
    </p:spTree>
    <p:extLst>
      <p:ext uri="{BB962C8B-B14F-4D97-AF65-F5344CB8AC3E}">
        <p14:creationId xmlns:p14="http://schemas.microsoft.com/office/powerpoint/2010/main" val="4257409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17614"/>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3063659"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Methodology</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15</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051560"/>
            <a:ext cx="10789920" cy="4893647"/>
          </a:xfrm>
          <a:prstGeom prst="rect">
            <a:avLst/>
          </a:prstGeom>
          <a:noFill/>
        </p:spPr>
        <p:txBody>
          <a:bodyPr wrap="square">
            <a:spAutoFit/>
          </a:bodyPr>
          <a:lstStyle/>
          <a:p>
            <a:pPr>
              <a:spcAft>
                <a:spcPts val="1100"/>
              </a:spcAft>
              <a:defRPr sz="1700" b="0">
                <a:solidFill>
                  <a:srgbClr val="282D32"/>
                </a:solidFill>
              </a:defRPr>
            </a:pPr>
            <a:r>
              <a:rPr lang="en-IN" sz="2400" dirty="0">
                <a:latin typeface="Times New Roman" panose="02020603050405020304" pitchFamily="18" charset="0"/>
                <a:cs typeface="Times New Roman" panose="02020603050405020304" pitchFamily="18" charset="0"/>
              </a:rPr>
              <a:t>Dataset Collection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Data Preprocessing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Handle Class Imbalance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Train ML Models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Defect Prediction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Risk Analysis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SHAP Explanation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07886"/>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4389343" cy="707886"/>
          </a:xfrm>
          <a:prstGeom prst="rect">
            <a:avLst/>
          </a:prstGeom>
          <a:noFill/>
        </p:spPr>
        <p:txBody>
          <a:bodyPr wrap="none">
            <a:spAutoFit/>
          </a:bodyPr>
          <a:lstStyle/>
          <a:p>
            <a:pPr>
              <a:defRPr sz="2500" b="1">
                <a:solidFill>
                  <a:srgbClr val="FFFFFF"/>
                </a:solidFill>
              </a:defRPr>
            </a:pPr>
            <a:r>
              <a:rPr sz="4000" dirty="0">
                <a:latin typeface="Times New Roman" panose="02020603050405020304" pitchFamily="18" charset="0"/>
                <a:cs typeface="Times New Roman" panose="02020603050405020304" pitchFamily="18" charset="0"/>
              </a:rPr>
              <a:t>Evaluation Metrics</a:t>
            </a:r>
          </a:p>
        </p:txBody>
      </p:sp>
      <p:sp>
        <p:nvSpPr>
          <p:cNvPr id="4" name="TextBox 3"/>
          <p:cNvSpPr txBox="1"/>
          <p:nvPr/>
        </p:nvSpPr>
        <p:spPr>
          <a:xfrm>
            <a:off x="11292840" y="118872"/>
            <a:ext cx="411480" cy="320040"/>
          </a:xfrm>
          <a:prstGeom prst="rect">
            <a:avLst/>
          </a:prstGeom>
          <a:noFill/>
        </p:spPr>
        <p:txBody>
          <a:bodyPr wrap="none">
            <a:spAutoFit/>
          </a:bodyPr>
          <a:lstStyle/>
          <a:p>
            <a:pPr algn="r">
              <a:defRPr sz="1600">
                <a:solidFill>
                  <a:srgbClr val="FFFFFF"/>
                </a:solidFill>
              </a:defRPr>
            </a:pPr>
            <a:r>
              <a:t>16</a:t>
            </a:r>
          </a:p>
        </p:txBody>
      </p:sp>
      <p:sp>
        <p:nvSpPr>
          <p:cNvPr id="5" name="Rectangle 4"/>
          <p:cNvSpPr/>
          <p:nvPr/>
        </p:nvSpPr>
        <p:spPr>
          <a:xfrm>
            <a:off x="502920" y="6473952"/>
            <a:ext cx="11155680" cy="18288"/>
          </a:xfrm>
          <a:prstGeom prst="rect">
            <a:avLst/>
          </a:prstGeom>
          <a:solidFill>
            <a:srgbClr val="D2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960120"/>
            <a:ext cx="3566160" cy="123444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069848"/>
            <a:ext cx="3236976" cy="384048"/>
          </a:xfrm>
          <a:prstGeom prst="rect">
            <a:avLst/>
          </a:prstGeom>
          <a:noFill/>
        </p:spPr>
        <p:txBody>
          <a:bodyPr wrap="none">
            <a:spAutoFit/>
          </a:bodyPr>
          <a:lstStyle/>
          <a:p>
            <a:pPr>
              <a:defRPr sz="1800" b="1">
                <a:solidFill>
                  <a:srgbClr val="24787D"/>
                </a:solidFill>
              </a:defRPr>
            </a:pPr>
            <a:r>
              <a:t>Accuracy</a:t>
            </a:r>
          </a:p>
        </p:txBody>
      </p:sp>
      <p:sp>
        <p:nvSpPr>
          <p:cNvPr id="9" name="TextBox 8"/>
          <p:cNvSpPr txBox="1"/>
          <p:nvPr/>
        </p:nvSpPr>
        <p:spPr>
          <a:xfrm>
            <a:off x="758952" y="1527048"/>
            <a:ext cx="3236976" cy="548640"/>
          </a:xfrm>
          <a:prstGeom prst="rect">
            <a:avLst/>
          </a:prstGeom>
          <a:noFill/>
        </p:spPr>
        <p:txBody>
          <a:bodyPr wrap="none">
            <a:spAutoFit/>
          </a:bodyPr>
          <a:lstStyle/>
          <a:p>
            <a:pPr>
              <a:defRPr sz="1500">
                <a:solidFill>
                  <a:srgbClr val="282D32"/>
                </a:solidFill>
              </a:defRPr>
            </a:pPr>
            <a:r>
              <a:t>Overall proportion of correct predictions.</a:t>
            </a:r>
          </a:p>
        </p:txBody>
      </p:sp>
      <p:sp>
        <p:nvSpPr>
          <p:cNvPr id="10" name="Rounded Rectangle 9"/>
          <p:cNvSpPr/>
          <p:nvPr/>
        </p:nvSpPr>
        <p:spPr>
          <a:xfrm>
            <a:off x="4343400" y="960120"/>
            <a:ext cx="3566160" cy="123444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7992" y="1069848"/>
            <a:ext cx="3236976" cy="384048"/>
          </a:xfrm>
          <a:prstGeom prst="rect">
            <a:avLst/>
          </a:prstGeom>
          <a:noFill/>
        </p:spPr>
        <p:txBody>
          <a:bodyPr wrap="none">
            <a:spAutoFit/>
          </a:bodyPr>
          <a:lstStyle/>
          <a:p>
            <a:pPr>
              <a:defRPr sz="1800" b="1">
                <a:solidFill>
                  <a:srgbClr val="24787D"/>
                </a:solidFill>
              </a:defRPr>
            </a:pPr>
            <a:r>
              <a:t>Precision</a:t>
            </a:r>
          </a:p>
        </p:txBody>
      </p:sp>
      <p:sp>
        <p:nvSpPr>
          <p:cNvPr id="12" name="TextBox 11"/>
          <p:cNvSpPr txBox="1"/>
          <p:nvPr/>
        </p:nvSpPr>
        <p:spPr>
          <a:xfrm>
            <a:off x="4507992" y="1527048"/>
            <a:ext cx="3584764" cy="553998"/>
          </a:xfrm>
          <a:prstGeom prst="rect">
            <a:avLst/>
          </a:prstGeom>
          <a:noFill/>
        </p:spPr>
        <p:txBody>
          <a:bodyPr wrap="none">
            <a:spAutoFit/>
          </a:bodyPr>
          <a:lstStyle/>
          <a:p>
            <a:pPr>
              <a:defRPr sz="1500">
                <a:solidFill>
                  <a:srgbClr val="282D32"/>
                </a:solidFill>
              </a:defRPr>
            </a:pPr>
            <a:r>
              <a:rPr dirty="0"/>
              <a:t>How many predicted defective components</a:t>
            </a:r>
            <a:endParaRPr lang="en-US" dirty="0"/>
          </a:p>
          <a:p>
            <a:pPr>
              <a:defRPr sz="1500">
                <a:solidFill>
                  <a:srgbClr val="282D32"/>
                </a:solidFill>
              </a:defRPr>
            </a:pPr>
            <a:r>
              <a:rPr dirty="0"/>
              <a:t> are actually defective.</a:t>
            </a:r>
          </a:p>
        </p:txBody>
      </p:sp>
      <p:sp>
        <p:nvSpPr>
          <p:cNvPr id="13" name="Rounded Rectangle 12"/>
          <p:cNvSpPr/>
          <p:nvPr/>
        </p:nvSpPr>
        <p:spPr>
          <a:xfrm>
            <a:off x="8092440" y="960120"/>
            <a:ext cx="3566160" cy="1234440"/>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7031" y="1069848"/>
            <a:ext cx="3236976" cy="384048"/>
          </a:xfrm>
          <a:prstGeom prst="rect">
            <a:avLst/>
          </a:prstGeom>
          <a:noFill/>
        </p:spPr>
        <p:txBody>
          <a:bodyPr wrap="none">
            <a:spAutoFit/>
          </a:bodyPr>
          <a:lstStyle/>
          <a:p>
            <a:pPr>
              <a:defRPr sz="1800" b="1">
                <a:solidFill>
                  <a:srgbClr val="24787D"/>
                </a:solidFill>
              </a:defRPr>
            </a:pPr>
            <a:r>
              <a:t>Recall</a:t>
            </a:r>
          </a:p>
        </p:txBody>
      </p:sp>
      <p:sp>
        <p:nvSpPr>
          <p:cNvPr id="15" name="TextBox 14"/>
          <p:cNvSpPr txBox="1"/>
          <p:nvPr/>
        </p:nvSpPr>
        <p:spPr>
          <a:xfrm>
            <a:off x="8257031" y="1527048"/>
            <a:ext cx="3353739" cy="553998"/>
          </a:xfrm>
          <a:prstGeom prst="rect">
            <a:avLst/>
          </a:prstGeom>
          <a:noFill/>
        </p:spPr>
        <p:txBody>
          <a:bodyPr wrap="none">
            <a:spAutoFit/>
          </a:bodyPr>
          <a:lstStyle/>
          <a:p>
            <a:pPr>
              <a:defRPr sz="1500">
                <a:solidFill>
                  <a:srgbClr val="282D32"/>
                </a:solidFill>
              </a:defRPr>
            </a:pPr>
            <a:r>
              <a:rPr dirty="0"/>
              <a:t>How many actual defective components </a:t>
            </a:r>
            <a:endParaRPr lang="en-US" dirty="0"/>
          </a:p>
          <a:p>
            <a:pPr>
              <a:defRPr sz="1500">
                <a:solidFill>
                  <a:srgbClr val="282D32"/>
                </a:solidFill>
              </a:defRPr>
            </a:pPr>
            <a:r>
              <a:rPr dirty="0"/>
              <a:t>are correctly identified.</a:t>
            </a:r>
          </a:p>
        </p:txBody>
      </p:sp>
      <p:sp>
        <p:nvSpPr>
          <p:cNvPr id="16" name="Rounded Rectangle 15"/>
          <p:cNvSpPr/>
          <p:nvPr/>
        </p:nvSpPr>
        <p:spPr>
          <a:xfrm>
            <a:off x="1464805" y="3030455"/>
            <a:ext cx="4081570" cy="1429137"/>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64805" y="3236976"/>
            <a:ext cx="3236976" cy="384048"/>
          </a:xfrm>
          <a:prstGeom prst="rect">
            <a:avLst/>
          </a:prstGeom>
          <a:noFill/>
        </p:spPr>
        <p:txBody>
          <a:bodyPr wrap="none">
            <a:spAutoFit/>
          </a:bodyPr>
          <a:lstStyle/>
          <a:p>
            <a:pPr>
              <a:defRPr sz="1800" b="1">
                <a:solidFill>
                  <a:srgbClr val="24787D"/>
                </a:solidFill>
              </a:defRPr>
            </a:pPr>
            <a:r>
              <a:rPr dirty="0"/>
              <a:t>F1-Score</a:t>
            </a:r>
          </a:p>
        </p:txBody>
      </p:sp>
      <p:sp>
        <p:nvSpPr>
          <p:cNvPr id="18" name="TextBox 17"/>
          <p:cNvSpPr txBox="1"/>
          <p:nvPr/>
        </p:nvSpPr>
        <p:spPr>
          <a:xfrm>
            <a:off x="1464805" y="3785616"/>
            <a:ext cx="3236976" cy="548640"/>
          </a:xfrm>
          <a:prstGeom prst="rect">
            <a:avLst/>
          </a:prstGeom>
          <a:noFill/>
        </p:spPr>
        <p:txBody>
          <a:bodyPr wrap="none">
            <a:spAutoFit/>
          </a:bodyPr>
          <a:lstStyle/>
          <a:p>
            <a:pPr>
              <a:defRPr sz="1500">
                <a:solidFill>
                  <a:srgbClr val="282D32"/>
                </a:solidFill>
              </a:defRPr>
            </a:pPr>
            <a:r>
              <a:rPr dirty="0"/>
              <a:t>Harmonic mean of precision and recall.</a:t>
            </a:r>
          </a:p>
        </p:txBody>
      </p:sp>
      <p:sp>
        <p:nvSpPr>
          <p:cNvPr id="22" name="Rounded Rectangle 21"/>
          <p:cNvSpPr/>
          <p:nvPr/>
        </p:nvSpPr>
        <p:spPr>
          <a:xfrm>
            <a:off x="6471261" y="2973698"/>
            <a:ext cx="4068401" cy="1447425"/>
          </a:xfrm>
          <a:prstGeom prst="roundRect">
            <a:avLst/>
          </a:prstGeom>
          <a:solidFill>
            <a:srgbClr val="F2F6F8"/>
          </a:solidFill>
          <a:ln>
            <a:solidFill>
              <a:srgbClr val="247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6639" y="3122676"/>
            <a:ext cx="3236976" cy="384048"/>
          </a:xfrm>
          <a:prstGeom prst="rect">
            <a:avLst/>
          </a:prstGeom>
          <a:noFill/>
        </p:spPr>
        <p:txBody>
          <a:bodyPr wrap="none">
            <a:spAutoFit/>
          </a:bodyPr>
          <a:lstStyle/>
          <a:p>
            <a:pPr>
              <a:defRPr sz="1800" b="1">
                <a:solidFill>
                  <a:srgbClr val="24787D"/>
                </a:solidFill>
              </a:defRPr>
            </a:pPr>
            <a:r>
              <a:rPr dirty="0"/>
              <a:t>Model Comparison</a:t>
            </a:r>
          </a:p>
        </p:txBody>
      </p:sp>
      <p:sp>
        <p:nvSpPr>
          <p:cNvPr id="24" name="TextBox 23"/>
          <p:cNvSpPr txBox="1"/>
          <p:nvPr/>
        </p:nvSpPr>
        <p:spPr>
          <a:xfrm>
            <a:off x="6476639" y="3536049"/>
            <a:ext cx="3560783" cy="553998"/>
          </a:xfrm>
          <a:prstGeom prst="rect">
            <a:avLst/>
          </a:prstGeom>
          <a:noFill/>
        </p:spPr>
        <p:txBody>
          <a:bodyPr wrap="none">
            <a:spAutoFit/>
          </a:bodyPr>
          <a:lstStyle/>
          <a:p>
            <a:pPr>
              <a:defRPr sz="1500">
                <a:solidFill>
                  <a:srgbClr val="282D32"/>
                </a:solidFill>
              </a:defRPr>
            </a:pPr>
            <a:r>
              <a:rPr dirty="0"/>
              <a:t>Compare the selected ML models using the</a:t>
            </a:r>
            <a:endParaRPr lang="en-US" dirty="0"/>
          </a:p>
          <a:p>
            <a:pPr>
              <a:defRPr sz="1500">
                <a:solidFill>
                  <a:srgbClr val="282D32"/>
                </a:solidFill>
              </a:defRPr>
            </a:pPr>
            <a:r>
              <a:rPr dirty="0"/>
              <a:t> evaluation metrics.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05BB51-D645-1B31-58E7-73EA82D3F9B2}"/>
              </a:ext>
            </a:extLst>
          </p:cNvPr>
          <p:cNvSpPr/>
          <p:nvPr/>
        </p:nvSpPr>
        <p:spPr>
          <a:xfrm>
            <a:off x="0" y="0"/>
            <a:ext cx="12191695" cy="817614"/>
          </a:xfrm>
          <a:prstGeom prst="rect">
            <a:avLst/>
          </a:prstGeom>
          <a:solidFill>
            <a:srgbClr val="18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36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1F780D2E-B922-5C56-35DB-CCBD0C76D91E}"/>
              </a:ext>
            </a:extLst>
          </p:cNvPr>
          <p:cNvSpPr txBox="1"/>
          <p:nvPr/>
        </p:nvSpPr>
        <p:spPr>
          <a:xfrm>
            <a:off x="776748" y="1351021"/>
            <a:ext cx="10609007" cy="4191981"/>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[1] T. Menzies, J. Greenwald, and A. Frank, “Data mining static code attributes to learn defect predictors,” </a:t>
            </a:r>
            <a:r>
              <a:rPr lang="en-IN" sz="2000" i="1" dirty="0">
                <a:latin typeface="Times New Roman" panose="02020603050405020304" pitchFamily="18" charset="0"/>
                <a:cs typeface="Times New Roman" panose="02020603050405020304" pitchFamily="18" charset="0"/>
              </a:rPr>
              <a:t>IEEE Trans. Software Engineering</a:t>
            </a:r>
            <a:r>
              <a:rPr lang="en-IN" sz="2000" dirty="0">
                <a:latin typeface="Times New Roman" panose="02020603050405020304" pitchFamily="18" charset="0"/>
                <a:cs typeface="Times New Roman" panose="02020603050405020304" pitchFamily="18" charset="0"/>
              </a:rPr>
              <a:t>, vol. 33, no. 1, pp. 2–13, Jan. 2007.</a:t>
            </a:r>
          </a:p>
          <a:p>
            <a:pPr>
              <a:lnSpc>
                <a:spcPct val="150000"/>
              </a:lnSpc>
            </a:pPr>
            <a:r>
              <a:rPr lang="en-IN" sz="2000" dirty="0">
                <a:latin typeface="Times New Roman" panose="02020603050405020304" pitchFamily="18" charset="0"/>
                <a:cs typeface="Times New Roman" panose="02020603050405020304" pitchFamily="18" charset="0"/>
              </a:rPr>
              <a:t>[2] T. Hall, S. Beecham, D. Bowes, D. Gray, and S. Counsell, “A systematic literature review on fault prediction performance in software engineering,” </a:t>
            </a:r>
            <a:r>
              <a:rPr lang="en-IN" sz="2000" i="1" dirty="0">
                <a:latin typeface="Times New Roman" panose="02020603050405020304" pitchFamily="18" charset="0"/>
                <a:cs typeface="Times New Roman" panose="02020603050405020304" pitchFamily="18" charset="0"/>
              </a:rPr>
              <a:t>IEEE Trans. Software Engineering</a:t>
            </a:r>
            <a:r>
              <a:rPr lang="en-IN" sz="2000" dirty="0">
                <a:latin typeface="Times New Roman" panose="02020603050405020304" pitchFamily="18" charset="0"/>
                <a:cs typeface="Times New Roman" panose="02020603050405020304" pitchFamily="18" charset="0"/>
              </a:rPr>
              <a:t>, vol. 38, no. 6, pp. 1276–1304, Nov./Dec. 2012.</a:t>
            </a:r>
          </a:p>
          <a:p>
            <a:pPr>
              <a:lnSpc>
                <a:spcPct val="150000"/>
              </a:lnSpc>
            </a:pPr>
            <a:r>
              <a:rPr lang="en-IN" sz="2000" dirty="0">
                <a:latin typeface="Times New Roman" panose="02020603050405020304" pitchFamily="18" charset="0"/>
                <a:cs typeface="Times New Roman" panose="02020603050405020304" pitchFamily="18" charset="0"/>
              </a:rPr>
              <a:t>[3] S. M. Lundberg and S.-I. Lee, “A unified approach to interpreting model predictions,” in </a:t>
            </a:r>
            <a:r>
              <a:rPr lang="en-IN" sz="2000" i="1" dirty="0">
                <a:latin typeface="Times New Roman" panose="02020603050405020304" pitchFamily="18" charset="0"/>
                <a:cs typeface="Times New Roman" panose="02020603050405020304" pitchFamily="18" charset="0"/>
              </a:rPr>
              <a:t>Proc. 31st Int. Conf. Neural Information Processing Systems (</a:t>
            </a:r>
            <a:r>
              <a:rPr lang="en-IN" sz="2000" i="1" dirty="0" err="1">
                <a:latin typeface="Times New Roman" panose="02020603050405020304" pitchFamily="18" charset="0"/>
                <a:cs typeface="Times New Roman" panose="02020603050405020304" pitchFamily="18" charset="0"/>
              </a:rPr>
              <a:t>NeurIPS</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2017, pp. 4765–4774.</a:t>
            </a:r>
          </a:p>
          <a:p>
            <a:pPr>
              <a:lnSpc>
                <a:spcPct val="150000"/>
              </a:lnSpc>
            </a:pPr>
            <a:r>
              <a:rPr lang="en-IN" sz="2000" dirty="0">
                <a:latin typeface="Times New Roman" panose="02020603050405020304" pitchFamily="18" charset="0"/>
                <a:cs typeface="Times New Roman" panose="02020603050405020304" pitchFamily="18" charset="0"/>
              </a:rPr>
              <a:t>[4] T. Chen and C. </a:t>
            </a:r>
            <a:r>
              <a:rPr lang="en-IN" sz="2000" dirty="0" err="1">
                <a:latin typeface="Times New Roman" panose="02020603050405020304" pitchFamily="18" charset="0"/>
                <a:cs typeface="Times New Roman" panose="02020603050405020304" pitchFamily="18" charset="0"/>
              </a:rPr>
              <a:t>Guestrin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 scalable tree boosting system,” in </a:t>
            </a:r>
            <a:r>
              <a:rPr lang="en-IN" sz="2000" i="1" dirty="0">
                <a:latin typeface="Times New Roman" panose="02020603050405020304" pitchFamily="18" charset="0"/>
                <a:cs typeface="Times New Roman" panose="02020603050405020304" pitchFamily="18" charset="0"/>
              </a:rPr>
              <a:t>Proc. 22nd ACM SIGKDD Int. Conf. Knowledge Discovery and Data Mining (KDD)</a:t>
            </a:r>
            <a:r>
              <a:rPr lang="en-IN" sz="2000" dirty="0">
                <a:latin typeface="Times New Roman" panose="02020603050405020304" pitchFamily="18" charset="0"/>
                <a:cs typeface="Times New Roman" panose="02020603050405020304" pitchFamily="18" charset="0"/>
              </a:rPr>
              <a:t>, 2016, pp. 785–794.</a:t>
            </a:r>
          </a:p>
        </p:txBody>
      </p:sp>
    </p:spTree>
    <p:extLst>
      <p:ext uri="{BB962C8B-B14F-4D97-AF65-F5344CB8AC3E}">
        <p14:creationId xmlns:p14="http://schemas.microsoft.com/office/powerpoint/2010/main" val="2418469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D3CB8-27FB-80F9-3C6F-76C6DDAB7A4F}"/>
              </a:ext>
            </a:extLst>
          </p:cNvPr>
          <p:cNvSpPr>
            <a:spLocks noGrp="1"/>
          </p:cNvSpPr>
          <p:nvPr>
            <p:ph type="title"/>
          </p:nvPr>
        </p:nvSpPr>
        <p:spPr>
          <a:xfrm>
            <a:off x="1981200" y="2552617"/>
            <a:ext cx="8229600" cy="1143000"/>
          </a:xfrm>
        </p:spPr>
        <p:txBody>
          <a:bodyPr>
            <a:normAutofit/>
          </a:bodyPr>
          <a:lstStyle/>
          <a:p>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0203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420</TotalTime>
  <Words>806</Words>
  <Application>Microsoft Office PowerPoint</Application>
  <PresentationFormat>Widescreen</PresentationFormat>
  <Paragraphs>103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NEHA RAGULA</cp:lastModifiedBy>
  <cp:revision>3</cp:revision>
  <dcterms:created xsi:type="dcterms:W3CDTF">2013-01-27T09:14:16Z</dcterms:created>
  <dcterms:modified xsi:type="dcterms:W3CDTF">2026-08-26T15:00:19Z</dcterms:modified>
  <cp:category/>
</cp:coreProperties>
</file>