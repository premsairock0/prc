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80CA7FF-FBAF-4F6C-AB85-5904F5C32169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3404" autoAdjust="0"/>
  </p:normalViewPr>
  <p:slideViewPr>
    <p:cSldViewPr snapToGrid="0">
      <p:cViewPr varScale="1">
        <p:scale>
          <a:sx n="60" d="100"/>
          <a:sy n="60" d="100"/>
        </p:scale>
        <p:origin x="84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51AD1-6274-6E7D-5774-5134C3E3F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6D740-F4C1-52B3-2970-6BBE8BFCD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B01C9-4709-CDEC-0F7F-721D1E172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54AA-B6C6-4D43-9E9D-F1B67C4F320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21414-6124-4333-A9EE-7004C1DDC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BC238-974E-9862-916E-9AEA6A965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0F8C3-72C8-4972-AA5B-87291B77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30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E8D41-7359-E958-60D3-2B2B7C4A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BD634-953C-2696-25E4-C7BAE088E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38327-1989-B887-338D-679C3B2D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54AA-B6C6-4D43-9E9D-F1B67C4F320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25D66-DB57-EF9A-C68A-C879EF93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06BD1-A646-7129-AD81-0F4EB7F32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0F8C3-72C8-4972-AA5B-87291B77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28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C4C7-97BD-F678-C179-9C4E32D6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39572-3751-E4B3-2247-6BBF4134B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77328-9C8A-8342-F510-5DAB104DB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54AA-B6C6-4D43-9E9D-F1B67C4F320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77DD0-5835-EEE3-97C1-031975297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5D06E-62E1-00F0-A856-DE73A0098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0F8C3-72C8-4972-AA5B-87291B77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8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9193E-7FAB-EA4D-AD9B-4C2163EEC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44346-6567-4F8B-9226-5B037843C8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319BC-B456-7D73-FD9F-5E1E9FC99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66829-19B7-44CB-19A4-11FFC787A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54AA-B6C6-4D43-9E9D-F1B67C4F320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426C0-7421-CC50-4FBC-F8048023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34ED6-EF9D-EA31-B4B2-CCDA864C8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0F8C3-72C8-4972-AA5B-87291B77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85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DF1A-2D0A-FE00-7367-B68B4A08A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D3F6E-8C43-CCFF-CB12-9C3DEEE5D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9D363-1D05-84D3-6BCA-3D3BEF495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343D5B-FA47-B162-F48A-6F3CB73A7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00EA08-70AC-D724-797C-35E5C0103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334769-3A88-CE0B-446B-25D8BE1B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54AA-B6C6-4D43-9E9D-F1B67C4F320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8E9F2-BA5B-B888-8A08-A256E02A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E4870-BB88-B055-1EC5-8CA3A317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0F8C3-72C8-4972-AA5B-87291B77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657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2BF6-A90C-C701-47A0-C3A53B523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3B98FF-E15D-EE37-E4A5-39577F464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54AA-B6C6-4D43-9E9D-F1B67C4F320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63551-B11A-760D-DC42-D22648B56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9B9F7-1530-0A30-0F5F-8ED493C4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0F8C3-72C8-4972-AA5B-87291B77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0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FFB06-6B7F-2ED4-CF28-17D6A7E15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54AA-B6C6-4D43-9E9D-F1B67C4F320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9FDE13-E4F9-166E-F950-6496C742C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6E841-F904-FAD6-DA45-9F45065A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0F8C3-72C8-4972-AA5B-87291B77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99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C307E-A10C-5EDB-3178-2FC1E7A7F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2D8AA-5CB6-4F00-E972-B911D24BF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5F716-237C-360E-207D-87B2871B0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57CC0-2927-965A-6C95-C229FD93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54AA-B6C6-4D43-9E9D-F1B67C4F320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B48F4-F5F2-2D67-5F56-4F58E05B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05146-A8CC-D63B-6B53-AD01FCBC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0F8C3-72C8-4972-AA5B-87291B77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43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6A4AA-3FF9-42BF-F7F0-3669E819A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581121-C039-B9C4-2FEE-545CE2C0E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933A47-7120-CDD5-ADC8-808BEF410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DE961-EC5C-7EC4-7A78-4A66988C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54AA-B6C6-4D43-9E9D-F1B67C4F320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4D8C9-9DD6-4CE3-2209-8031393BA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E7AFE-F6E4-1B0E-AC96-24B61786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0F8C3-72C8-4972-AA5B-87291B77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88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E61AF-106C-EAF9-C1BF-CC22D97BC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F8933-288C-2B4A-9BC3-A6484DCCF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E9CD1-B3D9-06A1-B754-9F91626F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54AA-B6C6-4D43-9E9D-F1B67C4F320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531C2-C0DB-D9F6-B052-D6C6E0136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ACA62-2543-8A90-E18E-8AA03F0CE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0F8C3-72C8-4972-AA5B-87291B77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364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6B2A0E-5800-A9B3-04C2-7A7ECA1185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C164F-A3EB-D052-F84B-7CDB18161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ECCBE-633F-B8C1-0132-F191EDDAB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54AA-B6C6-4D43-9E9D-F1B67C4F320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69423-D768-CC06-9274-C500CC742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8A153-31D6-AACE-ACAB-0C1BCC0B0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0F8C3-72C8-4972-AA5B-87291B77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2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C65294-E7C7-B675-85C6-E22C1DD15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0954A-3C29-C4F2-F4ED-41C9503EA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74EB7-C15F-67AF-F744-1FB0D55F8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254AA-B6C6-4D43-9E9D-F1B67C4F320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7C272-69C1-9966-C707-55B6097F3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46D09-06EF-8A7D-3D19-13B2EA39E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0F8C3-72C8-4972-AA5B-87291B77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AF1AA-7A63-C4C7-96FE-41933D48C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114" y="167585"/>
            <a:ext cx="9144000" cy="24189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br>
              <a:rPr lang="en-IN" sz="2000" b="1" cap="all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cap="all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cap="all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Jawaharlal Nehru Technological University Hyderabad</a:t>
            </a:r>
            <a:br>
              <a:rPr lang="en-IN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College of Engineering, Science &amp; Technology Hyderabad</a:t>
            </a:r>
            <a:br>
              <a:rPr lang="en-IN" sz="2200" b="1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Kukatpally,Hyderabad,Telangana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(India) - 500085</a:t>
            </a:r>
            <a:br>
              <a:rPr lang="en-IN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solidFill>
                <a:srgbClr val="CF16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745DD-A9FB-C562-E956-FB807534B04F}"/>
              </a:ext>
            </a:extLst>
          </p:cNvPr>
          <p:cNvSpPr txBox="1"/>
          <p:nvPr/>
        </p:nvSpPr>
        <p:spPr>
          <a:xfrm>
            <a:off x="993058" y="4011561"/>
            <a:ext cx="33233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CF16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Raipelly Srinidhi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22011P0503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IDP(V-I)</a:t>
            </a:r>
          </a:p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C2CCB8-413B-F298-D8FD-61753843D82D}"/>
              </a:ext>
            </a:extLst>
          </p:cNvPr>
          <p:cNvSpPr txBox="1"/>
          <p:nvPr/>
        </p:nvSpPr>
        <p:spPr>
          <a:xfrm>
            <a:off x="7389628" y="4011561"/>
            <a:ext cx="40354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CF16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V UMA RANI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Proffesor,CSE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JNTUH UCESTH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41DC91-E543-2688-3D33-9A1B4B3C3BF7}"/>
              </a:ext>
            </a:extLst>
          </p:cNvPr>
          <p:cNvCxnSpPr>
            <a:cxnSpLocks/>
          </p:cNvCxnSpPr>
          <p:nvPr/>
        </p:nvCxnSpPr>
        <p:spPr>
          <a:xfrm>
            <a:off x="580103" y="2487561"/>
            <a:ext cx="110416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3DC629-DBE3-06C7-D23A-8125FC69C52A}"/>
              </a:ext>
            </a:extLst>
          </p:cNvPr>
          <p:cNvCxnSpPr>
            <a:cxnSpLocks/>
          </p:cNvCxnSpPr>
          <p:nvPr/>
        </p:nvCxnSpPr>
        <p:spPr>
          <a:xfrm>
            <a:off x="580103" y="3711678"/>
            <a:ext cx="110416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6FCBA06-160F-DC14-CAE9-37A462FF91CB}"/>
              </a:ext>
            </a:extLst>
          </p:cNvPr>
          <p:cNvSpPr txBox="1"/>
          <p:nvPr/>
        </p:nvSpPr>
        <p:spPr>
          <a:xfrm>
            <a:off x="1523115" y="2605291"/>
            <a:ext cx="93752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DISSERTATION WORK REVIEW I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IoT Attack Detection with Explainability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60F8CB-CDF7-F556-1272-D5A346A97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8680"/>
            <a:ext cx="1949407" cy="18229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0AD518-9A69-E4F5-6C01-FCC4CAA4E2F9}"/>
              </a:ext>
            </a:extLst>
          </p:cNvPr>
          <p:cNvSpPr txBox="1"/>
          <p:nvPr/>
        </p:nvSpPr>
        <p:spPr>
          <a:xfrm>
            <a:off x="11425084" y="6395484"/>
            <a:ext cx="456800" cy="372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8294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96E0-B864-2D63-1D89-FCF2D6B98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1982" y="909085"/>
            <a:ext cx="9144000" cy="494414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of Contents</a:t>
            </a:r>
          </a:p>
        </p:txBody>
      </p:sp>
      <p:sp>
        <p:nvSpPr>
          <p:cNvPr id="4" name="Google Shape;66;p14">
            <a:extLst>
              <a:ext uri="{FF2B5EF4-FFF2-40B4-BE49-F238E27FC236}">
                <a16:creationId xmlns:a16="http://schemas.microsoft.com/office/drawing/2014/main" id="{CAE5C040-E488-B9FB-34EA-3BADEC2D2EE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1584251"/>
            <a:ext cx="9144000" cy="367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DETAILS</a:t>
            </a: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ARCHITECTURE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509534-206F-647F-FD8E-E2F5EB407338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57BFB9-DABC-C8C6-C978-4E2C94F320ED}"/>
              </a:ext>
            </a:extLst>
          </p:cNvPr>
          <p:cNvSpPr txBox="1"/>
          <p:nvPr/>
        </p:nvSpPr>
        <p:spPr>
          <a:xfrm>
            <a:off x="11425084" y="6395484"/>
            <a:ext cx="456800" cy="372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64263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851D-0A3E-8818-3DBD-28C3C8C54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474" y="108440"/>
            <a:ext cx="10669773" cy="263687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investigate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Learning-based IoT attack detection framework with client-level explainability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effective and interpretable intrusion detection while reducing the need to centrally collect raw network traffic.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BB787-EC62-D16D-A7CC-F2E0591A1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474" y="2450804"/>
            <a:ext cx="11033052" cy="3859619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IoT-23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TON_IoT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 for IoT attack detection.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models locally on distributed clients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uses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build a global model without sharing raw data.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handle class imbalance across clients.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explain predictions and compare important features across clients.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performance and cross-dataset generalization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against centralized baseline models.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Evaluates the impact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heterogeneous/non-IID client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attack detection performance.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Measures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overhead and model performance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compare centralized and federated approaches.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EC3F76-F80C-A043-8DF3-5E243002B5CE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DC512-21D9-7D47-84A1-438B523C9682}"/>
              </a:ext>
            </a:extLst>
          </p:cNvPr>
          <p:cNvSpPr txBox="1"/>
          <p:nvPr/>
        </p:nvSpPr>
        <p:spPr>
          <a:xfrm>
            <a:off x="11425084" y="6395484"/>
            <a:ext cx="456800" cy="372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67852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98BB1-9DA2-2A72-90A9-1B3E6EE54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133" y="457200"/>
            <a:ext cx="11238272" cy="1791586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INTRODUCTION</a:t>
            </a:r>
            <a:b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14FFC-7277-4BBF-851A-1F51B68A4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133" y="886218"/>
            <a:ext cx="10659139" cy="691648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Networks: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large volumes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and heterogeneous traffic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to attacks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DDoS, Botnet, and Reconnaissance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Intrusion Detection: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classify network traffic as normal or malicious.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detection requires collecting data at a central server.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Learning: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model training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clients.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remains local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only model updates are shared.</a:t>
            </a:r>
          </a:p>
          <a:p>
            <a:pPr algn="l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Explainability: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explains why a model predicts an attack. Helps compare important features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clients</a:t>
            </a:r>
          </a:p>
          <a:p>
            <a:pPr algn="l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combines Federated Learning and SHAP for explainable IoT attack detection.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3C150E-A3E0-FFDC-3730-9142F5807B75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8D55C-12BD-AC80-BE73-6F3B7F67D547}"/>
              </a:ext>
            </a:extLst>
          </p:cNvPr>
          <p:cNvSpPr txBox="1"/>
          <p:nvPr/>
        </p:nvSpPr>
        <p:spPr>
          <a:xfrm>
            <a:off x="11425084" y="6395484"/>
            <a:ext cx="456800" cy="372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09399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60B5F-C815-1950-6571-3782D40F8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63" y="1237575"/>
            <a:ext cx="10712302" cy="2406734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2059C-97C4-5202-6F0B-77656AB6F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509" y="2660451"/>
            <a:ext cx="10568763" cy="3675949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</a:t>
            </a:r>
          </a:p>
          <a:p>
            <a:pPr marL="34290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Sharing raw IoT network traffic with a central server. </a:t>
            </a:r>
          </a:p>
          <a:p>
            <a:pPr marL="34290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data-transfer requirements in distributed environments. </a:t>
            </a:r>
          </a:p>
          <a:p>
            <a:pPr marL="34290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Heterogeneity: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clients have different traffic distributions. </a:t>
            </a:r>
          </a:p>
          <a:p>
            <a:pPr marL="34290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Rare attack categories may be underrepresented. </a:t>
            </a:r>
          </a:p>
          <a:p>
            <a:pPr marL="34290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why the model predicts a particular attack. </a:t>
            </a:r>
          </a:p>
          <a:p>
            <a:pPr algn="l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Need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heterogeneity, explainability, and cross-dataset generalization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federated IoT attack detection.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F4663A-085D-2210-56CE-2044A47B59EE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63A7B5-19A3-C39E-B8CB-E50758C460E8}"/>
              </a:ext>
            </a:extLst>
          </p:cNvPr>
          <p:cNvSpPr txBox="1"/>
          <p:nvPr/>
        </p:nvSpPr>
        <p:spPr>
          <a:xfrm>
            <a:off x="2505296" y="510364"/>
            <a:ext cx="7542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AND CHALLENGES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6E65E0-7CE7-C7D2-0B8C-F8772182CD17}"/>
              </a:ext>
            </a:extLst>
          </p:cNvPr>
          <p:cNvSpPr txBox="1"/>
          <p:nvPr/>
        </p:nvSpPr>
        <p:spPr>
          <a:xfrm>
            <a:off x="672509" y="1044566"/>
            <a:ext cx="104783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IoT Intrusion Detection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Learning/Deep Learning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network traffic as normal or malicious.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approaches rely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collection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approaches explore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and Explainable 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4D259-6979-0477-7582-400A5001EECE}"/>
              </a:ext>
            </a:extLst>
          </p:cNvPr>
          <p:cNvSpPr txBox="1"/>
          <p:nvPr/>
        </p:nvSpPr>
        <p:spPr>
          <a:xfrm>
            <a:off x="11425084" y="6395484"/>
            <a:ext cx="456800" cy="372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13120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85E5-3A1B-1D47-471D-D8D5417B9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307" y="760856"/>
            <a:ext cx="9144000" cy="131860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81A70-AC4B-4A56-CDFC-2FD9814F7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288" y="1539320"/>
            <a:ext cx="10403958" cy="1889680"/>
          </a:xfrm>
        </p:spPr>
        <p:txBody>
          <a:bodyPr>
            <a:normAutofit fontScale="92500"/>
          </a:bodyPr>
          <a:lstStyle/>
          <a:p>
            <a:pPr algn="l">
              <a:lnSpc>
                <a:spcPct val="11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IoT intrusion detection requires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traffic collection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creating privacy and communication concerns, while heterogeneous client data can affect detection performance.</a:t>
            </a:r>
          </a:p>
          <a:p>
            <a:pPr algn="l">
              <a:lnSpc>
                <a:spcPct val="11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Federated models may lack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understand why different clients classify traffic as malicious.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3358BB-3C0C-32CB-F7CB-C00145D32CDC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DD966-C9F5-B959-25FC-ECE15CEE6D5C}"/>
              </a:ext>
            </a:extLst>
          </p:cNvPr>
          <p:cNvSpPr txBox="1"/>
          <p:nvPr/>
        </p:nvSpPr>
        <p:spPr>
          <a:xfrm>
            <a:off x="11425084" y="6395484"/>
            <a:ext cx="456800" cy="372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94389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082B8-049A-2E47-5523-878ADBD047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C8510F-EF6B-AE78-A576-021CA6B071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7A241-0F60-183E-C0F7-F5CC5D152771}"/>
              </a:ext>
            </a:extLst>
          </p:cNvPr>
          <p:cNvSpPr txBox="1"/>
          <p:nvPr/>
        </p:nvSpPr>
        <p:spPr>
          <a:xfrm>
            <a:off x="11425084" y="6395484"/>
            <a:ext cx="456800" cy="372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8690B6-36CB-D54F-505D-F4716E74E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37" y="0"/>
            <a:ext cx="100545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7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42382-5876-1BEA-0BBE-8206DA104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0339" y="233917"/>
            <a:ext cx="9144000" cy="86655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3A71E-0702-6748-3BD8-8A0533BFF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056" y="1531088"/>
            <a:ext cx="10786729" cy="514084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Collect and preprocess IoT network traffic from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IoT-23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prepare the data for model training.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Partition the training data into multiple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 (Non-IID) clients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represent different IoT environments.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 locally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each client's data without sharing the raw network traffic.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Send only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model updates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clients to the federated server.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Averaging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combine the local updates and create an updated global CNN model.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CNN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network traffic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or Attack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explain predictions and identify important network features at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level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 the model's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performance and explainability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heterogeneous clients.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9F0AF2-A6CC-24B7-1374-F94B8E426023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D227EB-D11F-8D07-9C6F-D71F3225E845}"/>
              </a:ext>
            </a:extLst>
          </p:cNvPr>
          <p:cNvSpPr txBox="1"/>
          <p:nvPr/>
        </p:nvSpPr>
        <p:spPr>
          <a:xfrm>
            <a:off x="11425084" y="6395484"/>
            <a:ext cx="456800" cy="372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25575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AFA7D-6AD8-2F79-D2CA-F9BFCBD53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6786" y="629130"/>
            <a:ext cx="9144000" cy="58298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5A4D5-95A1-3E27-AF7D-CF54C6E76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065" y="1414130"/>
            <a:ext cx="10786730" cy="487502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A. Srivastava, A. Jindal, A. Shrivastava, and V. Sawan,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Review on IoT Attack Detection Using Machine Learning Algorithms,”.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“https://doi.org/10.1109/ICDICI66477.2025.11135398"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B. McMahan, E. Moore, D. Ramage, S. Hampson, and B. A. 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Arcas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“Communication-Efficient Learning of Deep Networks from Decentralized Data,”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E.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Mármol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-Campos, P. Fernández-Saura, A. González-Vidal, J. L. Hernández-Ramos, J. Bernal Bernabé, G. Baldini, and A.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Skarmeta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“Evaluating Federated Learning for Intrusion Detection in Internet of Things: Review and Challenges,”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Garcia, A.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Parmisano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J. Erquiaga,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“IoT-23: A Labeled Dataset with Malicious and Benign IoT Network Traffic,”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M. Lundberg and S.-I. Lee,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Unified Approach to Interpreting Model Predictions,”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0BFCF-522E-5BEA-FDF8-A47AAD2B6526}"/>
              </a:ext>
            </a:extLst>
          </p:cNvPr>
          <p:cNvSpPr txBox="1"/>
          <p:nvPr/>
        </p:nvSpPr>
        <p:spPr>
          <a:xfrm>
            <a:off x="11425084" y="6395484"/>
            <a:ext cx="456800" cy="372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DE8514-5BC8-7B0F-1794-9387B2A9D311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23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A981-E20D-616E-3614-F0B51763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577" y="2592646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129030-568A-2A79-D734-8032E65FB805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D6F937-DB14-9CD7-E88E-82091C9CB792}"/>
              </a:ext>
            </a:extLst>
          </p:cNvPr>
          <p:cNvSpPr txBox="1"/>
          <p:nvPr/>
        </p:nvSpPr>
        <p:spPr>
          <a:xfrm>
            <a:off x="11334307" y="6471315"/>
            <a:ext cx="49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50439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</TotalTime>
  <Words>839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Department of Computer Science And Engineering    Jawaharlal Nehru Technological University Hyderabad University College of Engineering, Science &amp; Technology Hyderabad Kukatpally,Hyderabad,Telangana(India) - 500085 </vt:lpstr>
      <vt:lpstr>List of Contents</vt:lpstr>
      <vt:lpstr>          ABSTRACT  OBJECTIVE To investigate a Federated Learning-based IoT attack detection framework with client-level explainability for effective and interpretable intrusion detection while reducing the need to centrally collect raw network traffic.  </vt:lpstr>
      <vt:lpstr>      INTRODUCTION  </vt:lpstr>
      <vt:lpstr>   </vt:lpstr>
      <vt:lpstr>PROBLEM STATEMENT </vt:lpstr>
      <vt:lpstr>PowerPoint Presentation</vt:lpstr>
      <vt:lpstr>PROPOSED METHODOLOGY</vt:lpstr>
      <vt:lpstr>REFERENCES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 Raipelly</dc:creator>
  <cp:lastModifiedBy>Ramesh Raipelly</cp:lastModifiedBy>
  <cp:revision>1</cp:revision>
  <dcterms:created xsi:type="dcterms:W3CDTF">2026-08-26T18:14:58Z</dcterms:created>
  <dcterms:modified xsi:type="dcterms:W3CDTF">2026-08-26T21:32:35Z</dcterms:modified>
</cp:coreProperties>
</file>