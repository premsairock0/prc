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D53510-E2A2-4E22-9366-8DA7E56A8AF7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2FC89B-F60E-42F8-A774-809E89EE3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337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2FC89B-F60E-42F8-A774-809E89EE389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96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2FC89B-F60E-42F8-A774-809E89EE389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682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2FC89B-F60E-42F8-A774-809E89EE389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043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ABB67-9284-A91D-A05D-E8E21A8DB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8BF94-167B-559D-8D30-F7683B81A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AB471-DDAC-4872-7448-8AD4EE650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F12AC-092A-49E9-9ADC-58914DB9E0F0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C43D9-D58B-73A8-52E8-E2925B315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15ECD-F993-1F36-09E7-8E91DC775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710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89374-22F8-F7E2-D027-BCBD8E6C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044DA-3C89-A789-E786-7F7C4A096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CB885-6C42-D0CA-B956-24137CA18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A58E-A2E0-4D47-BEEE-1CAB47180D76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A206B-24C9-C03C-D59D-A645D84E6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D4580-3F0A-9C70-A696-5C7562C0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40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68127-06EF-9989-0E4D-F7A55C1D2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0F73B-EB06-5E66-F427-FC7852003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8E0ED-811D-7BC9-6949-79464FD40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C42E9-BE41-4163-B57F-369796A2983A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46CD9-20B6-4EBF-42FC-EF436DE41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D6E21-4ED4-19E6-D442-92324FE2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779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1F696-D70B-2446-1F39-5292E4DFF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97396-5BE7-BFD5-F40C-26DAD8C12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DAAFC-1B71-1F66-48B7-DB4E218EE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2D8C4-9DA0-708B-BD77-2D3CFF344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96A2-313F-46B1-A68A-AA82450B0EBD}" type="datetime1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11A6F-963D-9209-6C3C-3CA74B64D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FDA7A-D46C-F961-E28C-C243833A6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941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BF2FF-C064-65D1-E68C-8BA5C7621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C8151-F8B2-5ECA-3D77-5768390DE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5BEA5-EA07-EAB8-B34D-6499F2E71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0BF60-4939-3252-F9F7-79B9A3D01E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BDA34E-F36A-6941-7006-8893696AB8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D1B5A5-DBC1-27A8-4696-2AF777A35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79B7-6271-4145-A231-16CDCC386869}" type="datetime1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1FDB55-21EB-C2C7-EAC7-E22139895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ECD33D-0B25-EF52-CA51-808C9052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026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006DD-5470-0988-72CA-2D3A98534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7367E5-270E-E4C9-93F6-5E1AC298E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A7C0F-CAC6-403C-948F-7EAD88B96544}" type="datetime1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F8B881-4F9D-A379-ECDA-43B483428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E583-E9DA-3BD3-E44A-A778962BF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272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BAC83C-2D5D-F5FD-D6B6-ECB45EA05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D04F-508C-490D-B0EF-8D0656BFA9E1}" type="datetime1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5851B2-273C-4F2C-ACC3-C43143F9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47973-D478-71F4-6D50-288B48E40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476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59775-1274-3C5D-CB75-3729FBEF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56E4F-538C-C78C-EFE3-0C8173EDE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58BF0-00E2-8CF3-32D5-54773E635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50BB1-904C-105C-0E02-1493F8189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E5578-74D5-46DE-AF56-BCCFE32662A3}" type="datetime1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2AAA4-1544-2B77-254E-7ED4D7714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5F00D-D7BB-1DC4-0DE7-461A580B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514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24FC-FA43-EB60-8F7D-1CD01B259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A74C86-E5A4-6BDE-B0DB-1B1B3F2FAB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A463AC-ABDF-5C9B-298C-CE7167DB1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CF8D3-ED4E-47B4-8C85-1DA2DA19C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9FDA-6DE0-4E89-B72E-199A148CEB11}" type="datetime1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AF94E-DFCD-B8A6-5FDE-C195473FE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80105-B2D5-C8A6-2403-4F06EC6C1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36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F3AA5-E7E8-AAC8-11AF-C4161B357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44505-CD2B-FB0C-691B-325F2259E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B1431-6EBD-2BF8-E117-9D1729CE4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27377-683A-4083-89E3-C225639AC000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9F624-171F-8C22-80A8-49BD037A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E6838-4566-3E74-D82A-D9C6890C0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371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32F4D6-CE1B-C064-A68D-054263C91A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04045-0B55-5602-E6C1-DFBAB6B50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C5833-EA9C-6618-F2C8-EBD33D4F2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C2C4A-47F6-420E-A309-578DDB696E07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FC4CD-C53E-79FF-7B32-EC84EC20A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C29A4-92B2-ABA0-2E81-40A1F37EE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028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6CB2F0-651C-AFC1-D11E-3102E6726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6340D-4992-248E-CC24-8F8BEA14D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D3CE3-E5FC-E13B-9012-3846113DF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ABEF68-9355-4AEF-AC86-0B31ABA9F31E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3EEEA-D801-8150-B62B-76C9B5F1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F3816-D055-0DB8-E208-661AC5710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13845-1D9F-4C3E-9EE0-F2F1DA9C4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487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BECD261-6D94-B4F9-FC9C-425FE27815F8}"/>
              </a:ext>
            </a:extLst>
          </p:cNvPr>
          <p:cNvSpPr/>
          <p:nvPr/>
        </p:nvSpPr>
        <p:spPr>
          <a:xfrm>
            <a:off x="570270" y="539333"/>
            <a:ext cx="11169445" cy="579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8130A4-5BC1-9FD0-6C4B-D0CFED479DEC}"/>
              </a:ext>
            </a:extLst>
          </p:cNvPr>
          <p:cNvSpPr txBox="1"/>
          <p:nvPr/>
        </p:nvSpPr>
        <p:spPr>
          <a:xfrm>
            <a:off x="796412" y="539333"/>
            <a:ext cx="10717162" cy="2160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JAWAHARLAL NEHRU TECHNOLOGICAL UNIVERSITY HYDERABAD </a:t>
            </a:r>
            <a:b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COLLEGE OF ENGINEERING</a:t>
            </a:r>
          </a:p>
          <a:p>
            <a:pPr algn="ctr">
              <a:lnSpc>
                <a:spcPct val="150000"/>
              </a:lnSpc>
            </a:pPr>
            <a:r>
              <a:rPr lang="en-IN" dirty="0"/>
              <a:t>Kukatpally, Hyderabad, Telangana(India) – 500 085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60A138-1346-DD50-0D92-2C9C4D19B44D}"/>
              </a:ext>
            </a:extLst>
          </p:cNvPr>
          <p:cNvSpPr txBox="1"/>
          <p:nvPr/>
        </p:nvSpPr>
        <p:spPr>
          <a:xfrm>
            <a:off x="6921910" y="4513006"/>
            <a:ext cx="52700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Eedi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Hemalatha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Professor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BE3E1D-7C49-56D7-B956-F28AFEBFE86C}"/>
              </a:ext>
            </a:extLst>
          </p:cNvPr>
          <p:cNvSpPr txBox="1"/>
          <p:nvPr/>
        </p:nvSpPr>
        <p:spPr>
          <a:xfrm>
            <a:off x="943897" y="4382959"/>
            <a:ext cx="4159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Matam Manasa(22011P0547)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: V-I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CSE-IDP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92A51F-AEC6-E914-14F4-B2AF55987150}"/>
              </a:ext>
            </a:extLst>
          </p:cNvPr>
          <p:cNvSpPr txBox="1"/>
          <p:nvPr/>
        </p:nvSpPr>
        <p:spPr>
          <a:xfrm>
            <a:off x="993057" y="3037111"/>
            <a:ext cx="105205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POST-QUANTUM SECURE FILE ENCRYPTION USING ML-KEM-512 AND AES-256-GCM</a:t>
            </a:r>
          </a:p>
          <a:p>
            <a:pPr algn="ctr"/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D8D542-CEFB-A8E6-248D-3755EBD92AE1}"/>
              </a:ext>
            </a:extLst>
          </p:cNvPr>
          <p:cNvSpPr txBox="1"/>
          <p:nvPr/>
        </p:nvSpPr>
        <p:spPr>
          <a:xfrm>
            <a:off x="1681316" y="2356153"/>
            <a:ext cx="9635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DISSERTATION WORK REVIEW-I</a:t>
            </a:r>
            <a:b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AUGUST-2026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E2BFCF-4EF0-38A3-1292-994982F0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838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5147A4C-D362-1A92-4EAF-CE06E0E2F100}"/>
              </a:ext>
            </a:extLst>
          </p:cNvPr>
          <p:cNvSpPr/>
          <p:nvPr/>
        </p:nvSpPr>
        <p:spPr>
          <a:xfrm>
            <a:off x="580103" y="530942"/>
            <a:ext cx="11169445" cy="579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IN" dirty="0"/>
              <a:t>j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019C8D-5E48-6312-E593-659377CC4976}"/>
              </a:ext>
            </a:extLst>
          </p:cNvPr>
          <p:cNvSpPr txBox="1"/>
          <p:nvPr/>
        </p:nvSpPr>
        <p:spPr>
          <a:xfrm>
            <a:off x="580103" y="629265"/>
            <a:ext cx="11169445" cy="4110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computing may pose future security challenges to conventional public-key cryptographic algorithms such as RSA (Rivest–Shamir–Adleman) and ECC (Elliptic Curve Cryptography), creating concerns for the long-term protection of sensitive files. To address this, the project proposes a Post-Quantum Cryptography (PQC) based hybrid file-encryption system. ML-KEM-512 (Module-Lattice-Based Key-Encapsulation Mechanism) will be used for quantum-resistant key establishment, HKDF-SHA256 (HMAC-based Key Derivation Function with SHA-256) for encryption key derivation, and AES-256-GCM (Advanced Encryption Standard in Galois/Counter Mode) for file encryption and authentication. The system will be implemented as a file-encryption and decryption prototype and evaluated for functional correctness, tamper detection, encryption and decryption time, throughput, memory usage, and performance overhead. The project aims to provide a practical approach for protecting sensitive files against future quantum-related threats.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A0585-4BD0-7831-1598-B76BF2E5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039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BDE1B6-CDAD-EAE5-C650-29B74976A624}"/>
              </a:ext>
            </a:extLst>
          </p:cNvPr>
          <p:cNvSpPr/>
          <p:nvPr/>
        </p:nvSpPr>
        <p:spPr>
          <a:xfrm>
            <a:off x="580103" y="530942"/>
            <a:ext cx="11169445" cy="579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IN" dirty="0"/>
              <a:t>j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9740F-DD16-0B6E-9380-C719189A770A}"/>
              </a:ext>
            </a:extLst>
          </p:cNvPr>
          <p:cNvSpPr txBox="1"/>
          <p:nvPr/>
        </p:nvSpPr>
        <p:spPr>
          <a:xfrm>
            <a:off x="727588" y="530942"/>
            <a:ext cx="11169444" cy="5392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RSA and ECC may be broken in the future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Today, we commonly use RSA and ECC for secure communication.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powerful quantum computers could potentially break these algorithms in the future.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2.Sensitive encrypted data can face “harvest now, decrypt later” attacks.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PQC is needed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Post-Quantum Cryptography.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PQC provides cryptographic algorithms designed to remain secure against attacks from quantum computers.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4.Therefore, there is a need for a hybrid file-encryption system that combines post-quantum key establishment with efficient authenticated symmetric encryption.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B1F08-B2CC-A84E-E13D-8CFF8E77F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586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91412C7-740A-4E24-8CFD-C27C07447371}"/>
              </a:ext>
            </a:extLst>
          </p:cNvPr>
          <p:cNvSpPr/>
          <p:nvPr/>
        </p:nvSpPr>
        <p:spPr>
          <a:xfrm>
            <a:off x="580103" y="530942"/>
            <a:ext cx="11169445" cy="579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IN" dirty="0"/>
              <a:t>j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76DA1D-B5AA-3728-FF40-69ED2A66880D}"/>
              </a:ext>
            </a:extLst>
          </p:cNvPr>
          <p:cNvSpPr txBox="1"/>
          <p:nvPr/>
        </p:nvSpPr>
        <p:spPr>
          <a:xfrm>
            <a:off x="717755" y="816077"/>
            <a:ext cx="10333703" cy="4468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 and ECC are commonly used for public-key cryptographic operations.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Encryption Standard(AES) is widely used to encrypt the actual file because it is efficient for large amounts of data.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that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 and ECC may face threats from future quantum computers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Post-Quantum Cryptography (PQC) provides cryptographic approaches designed to resist quantum attacks.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approach is therefore relevant: PQC for key establishment + AES for bulk file encryption.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F0508-4D1C-931D-0CDA-AAD70F26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228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BD3363-C0EB-43AE-B86A-FC671B0AD5B4}"/>
              </a:ext>
            </a:extLst>
          </p:cNvPr>
          <p:cNvSpPr/>
          <p:nvPr/>
        </p:nvSpPr>
        <p:spPr>
          <a:xfrm>
            <a:off x="609600" y="609600"/>
            <a:ext cx="11012129" cy="5715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IN" dirty="0"/>
              <a:t>j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594A26-E897-74C7-1531-DADC59DDAB6B}"/>
              </a:ext>
            </a:extLst>
          </p:cNvPr>
          <p:cNvSpPr txBox="1"/>
          <p:nvPr/>
        </p:nvSpPr>
        <p:spPr>
          <a:xfrm>
            <a:off x="813942" y="914400"/>
            <a:ext cx="10539858" cy="502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computing is developing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quantum computers may create security problems for conventional public-key cryptography like RSA and ECC.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files need long-term protection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files need to remain confidential for many years.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to prepare for PQC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quantum computing is developing, it is important to start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Post-Quantum Cryptography (PQC)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both security and efficiency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want quantum-resistant key establishment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 encryption of large files.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E37B05-7C68-C664-480C-496FB746C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1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EAC8A8-0634-EAC1-53B3-525ED8E3CAA4}"/>
              </a:ext>
            </a:extLst>
          </p:cNvPr>
          <p:cNvSpPr/>
          <p:nvPr/>
        </p:nvSpPr>
        <p:spPr>
          <a:xfrm>
            <a:off x="580103" y="530942"/>
            <a:ext cx="11169445" cy="579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r>
              <a:rPr lang="en-IN"/>
              <a:t>sj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306406-F8AE-5316-EFC4-945B8EAA765C}"/>
              </a:ext>
            </a:extLst>
          </p:cNvPr>
          <p:cNvSpPr txBox="1"/>
          <p:nvPr/>
        </p:nvSpPr>
        <p:spPr>
          <a:xfrm>
            <a:off x="924232" y="688258"/>
            <a:ext cx="10687665" cy="5473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post-quantum file-encryption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ML-KEM-512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post-quantum key establishment.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HKDF-SHA256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Derives the encryption key from the ML-KEM-512 shared secret.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AES-256-GCM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Encrypts the actual file and provides authentication/tamper detection.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these components into a single file-encryption and decryption prototype.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system for security functionality and performance overhead.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AB69C-A148-83C3-61D6-722D2FC2B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779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638583-BFF6-6EF0-7283-3D698D51D8D1}"/>
              </a:ext>
            </a:extLst>
          </p:cNvPr>
          <p:cNvSpPr/>
          <p:nvPr/>
        </p:nvSpPr>
        <p:spPr>
          <a:xfrm>
            <a:off x="875071" y="766916"/>
            <a:ext cx="10717161" cy="54175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43351F-717F-6E34-BD1D-4F4D1CF1DD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33" t="1577" r="9871"/>
          <a:stretch>
            <a:fillRect/>
          </a:stretch>
        </p:blipFill>
        <p:spPr>
          <a:xfrm>
            <a:off x="6648655" y="1007806"/>
            <a:ext cx="3242598" cy="49357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D61FD8-F514-CF5C-9633-552079AAEBC1}"/>
              </a:ext>
            </a:extLst>
          </p:cNvPr>
          <p:cNvSpPr txBox="1"/>
          <p:nvPr/>
        </p:nvSpPr>
        <p:spPr>
          <a:xfrm>
            <a:off x="1258530" y="2379406"/>
            <a:ext cx="49751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ML-KEM-512 for post-quantum key establishment, HKDF-SHA256 for deriving the encryption key, and AES-256-GCM for secure and authenticated file encryption.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93D241-2333-D9D8-D8FE-AD0FA2F5B521}"/>
              </a:ext>
            </a:extLst>
          </p:cNvPr>
          <p:cNvSpPr txBox="1"/>
          <p:nvPr/>
        </p:nvSpPr>
        <p:spPr>
          <a:xfrm>
            <a:off x="1258531" y="1170039"/>
            <a:ext cx="48374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A4C654-F5E3-3F5C-70D8-2451152CA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643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AAF24C-9957-A616-8310-7AB3F190CC05}"/>
              </a:ext>
            </a:extLst>
          </p:cNvPr>
          <p:cNvSpPr/>
          <p:nvPr/>
        </p:nvSpPr>
        <p:spPr>
          <a:xfrm>
            <a:off x="530942" y="589935"/>
            <a:ext cx="11071123" cy="57322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C72C83-B4C9-2C0F-A4CA-1A114E88E03C}"/>
              </a:ext>
            </a:extLst>
          </p:cNvPr>
          <p:cNvSpPr txBox="1"/>
          <p:nvPr/>
        </p:nvSpPr>
        <p:spPr>
          <a:xfrm>
            <a:off x="741680" y="589935"/>
            <a:ext cx="10919378" cy="6232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ML-KEM-512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Module-Lattice-Based Key-Encapsulation Mechanism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Post-Quantum Cryptography (PQC) algorithm standardized by NIST.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secure key establishment, not for encrypting large files.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shared secret between the communicating parties.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HKDF-SHA256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HMAC-based Key Derivation Function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key derivation function (KDF) used to derive cryptographic keys from shared secret material.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ML-KEM shared secret into suitable key material for symmetric encryption.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Derives the AES-256 encryption key from the shared secret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AES-256-GCM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Encryption Standard – Galois/Counter Mode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Authenticated symmetric encryption algorithm.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256-bit key for file encryption.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confidentiality and integrity/authentication.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unauthorized modification of encrypted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56633-92EC-9A16-415F-37461176A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147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73B81F1-C5D7-D379-3E67-7184334384EE}"/>
              </a:ext>
            </a:extLst>
          </p:cNvPr>
          <p:cNvSpPr/>
          <p:nvPr/>
        </p:nvSpPr>
        <p:spPr>
          <a:xfrm>
            <a:off x="580103" y="530942"/>
            <a:ext cx="11169445" cy="579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F8CBBF-91E9-E335-9829-E3D585C3B0EC}"/>
              </a:ext>
            </a:extLst>
          </p:cNvPr>
          <p:cNvSpPr txBox="1"/>
          <p:nvPr/>
        </p:nvSpPr>
        <p:spPr>
          <a:xfrm>
            <a:off x="904567" y="601638"/>
            <a:ext cx="5663380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Workflow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workflow will provide secure file encryption, decryption, and integrity verification.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flows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Workflow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 Workflow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246CD1-2CAA-7F18-9D0A-D3621E8FAD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567" t="8778" r="2092" b="15909"/>
          <a:stretch>
            <a:fillRect/>
          </a:stretch>
        </p:blipFill>
        <p:spPr>
          <a:xfrm>
            <a:off x="6512560" y="530942"/>
            <a:ext cx="4768645" cy="56547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08F091-A150-2CB8-B1F7-D81DBA9375C2}"/>
              </a:ext>
            </a:extLst>
          </p:cNvPr>
          <p:cNvSpPr txBox="1"/>
          <p:nvPr/>
        </p:nvSpPr>
        <p:spPr>
          <a:xfrm>
            <a:off x="580102" y="4765040"/>
            <a:ext cx="59324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workflow combines post-quantum key establishment with symmetric authenticated encryption for secure file protection.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F70E0C-13CD-D356-9A02-7C9F2632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720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A6E938-AA41-C792-3CD8-B6F14BC89CCE}"/>
              </a:ext>
            </a:extLst>
          </p:cNvPr>
          <p:cNvSpPr txBox="1"/>
          <p:nvPr/>
        </p:nvSpPr>
        <p:spPr>
          <a:xfrm>
            <a:off x="822960" y="416560"/>
            <a:ext cx="10637520" cy="6420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exactly will I do to build this project?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Implementation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— Cryptographic Setup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implement: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ML-KEM-512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Key establishment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HKDF-SHA256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Key derivation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AES-256-GCM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File encryption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— Application Development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develop an application for: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selection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encryption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decryption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key handling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GUI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4CAD1C-584E-A057-8D61-E65FEA7AA8ED}"/>
              </a:ext>
            </a:extLst>
          </p:cNvPr>
          <p:cNvSpPr/>
          <p:nvPr/>
        </p:nvSpPr>
        <p:spPr>
          <a:xfrm>
            <a:off x="568960" y="457200"/>
            <a:ext cx="10982960" cy="5984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19131E-F31E-6F7A-0CEA-C9A6A626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023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166FAB-AA8C-03EF-6249-DB236D607514}"/>
              </a:ext>
            </a:extLst>
          </p:cNvPr>
          <p:cNvSpPr/>
          <p:nvPr/>
        </p:nvSpPr>
        <p:spPr>
          <a:xfrm>
            <a:off x="650240" y="568960"/>
            <a:ext cx="10749280" cy="55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DA162-96EC-F73D-4F26-AB0B26583FD3}"/>
              </a:ext>
            </a:extLst>
          </p:cNvPr>
          <p:cNvSpPr txBox="1"/>
          <p:nvPr/>
        </p:nvSpPr>
        <p:spPr>
          <a:xfrm>
            <a:off x="914400" y="1101212"/>
            <a:ext cx="13548360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— Integration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integrate: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ML-KEM-512 + HKDF-SHA256 + AES-256-GCM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a single file-encryption and decryption system.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 — Testing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test: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file recovery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 detection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49EAF04-4AED-CBAD-41FE-A553ADA6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127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A7FC9E3-4D41-F3C7-A8DF-D771802BD282}"/>
              </a:ext>
            </a:extLst>
          </p:cNvPr>
          <p:cNvSpPr/>
          <p:nvPr/>
        </p:nvSpPr>
        <p:spPr>
          <a:xfrm>
            <a:off x="580103" y="530942"/>
            <a:ext cx="11169445" cy="579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AAF93-6FA1-0416-8A55-105E5248338E}"/>
              </a:ext>
            </a:extLst>
          </p:cNvPr>
          <p:cNvSpPr txBox="1"/>
          <p:nvPr/>
        </p:nvSpPr>
        <p:spPr>
          <a:xfrm>
            <a:off x="5392994" y="1102177"/>
            <a:ext cx="6518131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Comparative Evaluation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AES-256-GCM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ML-KEM-512 + HKDF-SHA256 + AES-256-GCM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Test Data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file sizes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Security Evaluation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/ authentication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Key-establishment security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Resistance to unauthorized modification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1BEA8D-19DF-EFF3-61B8-4507E49D3880}"/>
              </a:ext>
            </a:extLst>
          </p:cNvPr>
          <p:cNvSpPr txBox="1"/>
          <p:nvPr/>
        </p:nvSpPr>
        <p:spPr>
          <a:xfrm>
            <a:off x="741680" y="782320"/>
            <a:ext cx="6085840" cy="5105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Plan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Functional Evaluation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correctness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 correctness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file recovery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 detection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Performance Evaluation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time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 time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usage 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CE15AC-DB1B-61A8-0C62-78860852C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348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F63F87-8C4D-C201-3F73-AA9EAA7F3898}"/>
              </a:ext>
            </a:extLst>
          </p:cNvPr>
          <p:cNvSpPr/>
          <p:nvPr/>
        </p:nvSpPr>
        <p:spPr>
          <a:xfrm>
            <a:off x="580103" y="530942"/>
            <a:ext cx="11169445" cy="579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7457B2-B5DE-A4F1-1FC5-46F82C87E338}"/>
              </a:ext>
            </a:extLst>
          </p:cNvPr>
          <p:cNvSpPr txBox="1"/>
          <p:nvPr/>
        </p:nvSpPr>
        <p:spPr>
          <a:xfrm>
            <a:off x="1002890" y="914401"/>
            <a:ext cx="9665110" cy="4007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file encryption and decryption prototype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Post-quantum key establishment using ML-KEM-512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authenticated file encryption using AES-256-GCM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 detection for modified encrypted files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 with conventional AES-256-GCM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of performance overhead introduced by the hybrid approach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DFD13-C36E-55D5-0E29-12DA59350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228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D4E256-732A-E81B-D246-91BE3DA7A6B8}"/>
              </a:ext>
            </a:extLst>
          </p:cNvPr>
          <p:cNvSpPr/>
          <p:nvPr/>
        </p:nvSpPr>
        <p:spPr>
          <a:xfrm>
            <a:off x="580103" y="530942"/>
            <a:ext cx="11169445" cy="579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/>
              <a:t>Conclusion</a:t>
            </a:r>
          </a:p>
          <a:p>
            <a:pPr lvl="0"/>
            <a:r>
              <a:rPr lang="en-IN"/>
              <a:t>The project proposes a </a:t>
            </a:r>
            <a:r>
              <a:rPr lang="en-IN" b="1"/>
              <a:t>post-quantum secure file-encryption system</a:t>
            </a:r>
            <a:r>
              <a:rPr lang="en-IN"/>
              <a:t>. </a:t>
            </a:r>
          </a:p>
          <a:p>
            <a:pPr lvl="0"/>
            <a:r>
              <a:rPr lang="en-IN" b="1"/>
              <a:t>ML-KEM-512</a:t>
            </a:r>
            <a:r>
              <a:rPr lang="en-IN"/>
              <a:t> will be used for quantum-resistant key establishment. </a:t>
            </a:r>
          </a:p>
          <a:p>
            <a:pPr lvl="0"/>
            <a:r>
              <a:rPr lang="en-IN" b="1"/>
              <a:t>HKDF-SHA256</a:t>
            </a:r>
            <a:r>
              <a:rPr lang="en-IN"/>
              <a:t> will derive the encryption key. </a:t>
            </a:r>
          </a:p>
          <a:p>
            <a:pPr lvl="0"/>
            <a:r>
              <a:rPr lang="en-IN" b="1"/>
              <a:t>AES-256-GCM</a:t>
            </a:r>
            <a:r>
              <a:rPr lang="en-IN"/>
              <a:t> will provide efficient file encryption and integrity protection. </a:t>
            </a:r>
          </a:p>
          <a:p>
            <a:pPr lvl="0"/>
            <a:r>
              <a:rPr lang="en-IN"/>
              <a:t>The proposed system will be </a:t>
            </a:r>
            <a:r>
              <a:rPr lang="en-IN" b="1"/>
              <a:t>implemented and evaluated</a:t>
            </a:r>
            <a:r>
              <a:rPr lang="en-IN"/>
              <a:t> for security functionality and performance.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F7BC53-2EB3-FE22-D4F5-B10CB1171AF2}"/>
              </a:ext>
            </a:extLst>
          </p:cNvPr>
          <p:cNvSpPr txBox="1"/>
          <p:nvPr/>
        </p:nvSpPr>
        <p:spPr>
          <a:xfrm>
            <a:off x="953729" y="845574"/>
            <a:ext cx="10658168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proposes a post-quantum secure file-encryption system.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ML-KEM-512 will be used for quantum-resistant key establishment.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HKDF-SHA256 will derive the encryption key.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AES-256-GCM will provide efficient file encryption and integrity protection.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will be implemented and evaluated for security functionality and performance.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15531-ABDF-62E5-E8F7-A637B9089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275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904FA-6917-5F3F-BD3F-CB2FF64B3332}"/>
              </a:ext>
            </a:extLst>
          </p:cNvPr>
          <p:cNvSpPr txBox="1"/>
          <p:nvPr/>
        </p:nvSpPr>
        <p:spPr>
          <a:xfrm>
            <a:off x="3519947" y="2477729"/>
            <a:ext cx="67154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18292-1045-12AE-BDBE-AB56A6C98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3845-1D9F-4C3E-9EE0-F2F1DA9C41A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431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