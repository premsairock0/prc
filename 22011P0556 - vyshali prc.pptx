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3" r:id="rId8"/>
    <p:sldId id="272" r:id="rId9"/>
    <p:sldId id="263" r:id="rId10"/>
    <p:sldId id="264" r:id="rId11"/>
    <p:sldId id="265" r:id="rId12"/>
    <p:sldId id="271" r:id="rId13"/>
    <p:sldId id="266" r:id="rId14"/>
    <p:sldId id="267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E4BD8-BA7C-4173-B2A6-1812AFCF01F3}" v="4" dt="2026-08-26T08:50:59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ali Malothu" userId="da319348ba332a0a" providerId="LiveId" clId="{B61296D1-9CAA-4254-B155-559631C34CBE}"/>
    <pc:docChg chg="undo custSel addSld modSld sldOrd">
      <pc:chgData name="Vyshali Malothu" userId="da319348ba332a0a" providerId="LiveId" clId="{B61296D1-9CAA-4254-B155-559631C34CBE}" dt="2026-08-26T08:56:10.561" v="6199" actId="14100"/>
      <pc:docMkLst>
        <pc:docMk/>
      </pc:docMkLst>
      <pc:sldChg chg="modSp mod">
        <pc:chgData name="Vyshali Malothu" userId="da319348ba332a0a" providerId="LiveId" clId="{B61296D1-9CAA-4254-B155-559631C34CBE}" dt="2026-08-26T08:31:48.658" v="5825" actId="20577"/>
        <pc:sldMkLst>
          <pc:docMk/>
          <pc:sldMk cId="3570331322" sldId="256"/>
        </pc:sldMkLst>
        <pc:spChg chg="mod">
          <ac:chgData name="Vyshali Malothu" userId="da319348ba332a0a" providerId="LiveId" clId="{B61296D1-9CAA-4254-B155-559631C34CBE}" dt="2026-08-26T08:31:48.658" v="5825" actId="20577"/>
          <ac:spMkLst>
            <pc:docMk/>
            <pc:sldMk cId="3570331322" sldId="256"/>
            <ac:spMk id="2" creationId="{2A3480FE-FEF3-02C6-6ED4-87CC365EEFF4}"/>
          </ac:spMkLst>
        </pc:spChg>
        <pc:spChg chg="mod">
          <ac:chgData name="Vyshali Malothu" userId="da319348ba332a0a" providerId="LiveId" clId="{B61296D1-9CAA-4254-B155-559631C34CBE}" dt="2026-08-26T08:29:43.696" v="5817" actId="14100"/>
          <ac:spMkLst>
            <pc:docMk/>
            <pc:sldMk cId="3570331322" sldId="256"/>
            <ac:spMk id="3" creationId="{F1C2E9DB-8A7D-5D36-C27A-96E54466A82B}"/>
          </ac:spMkLst>
        </pc:spChg>
        <pc:spChg chg="mod">
          <ac:chgData name="Vyshali Malothu" userId="da319348ba332a0a" providerId="LiveId" clId="{B61296D1-9CAA-4254-B155-559631C34CBE}" dt="2026-08-26T08:29:12.558" v="5815" actId="1076"/>
          <ac:spMkLst>
            <pc:docMk/>
            <pc:sldMk cId="3570331322" sldId="256"/>
            <ac:spMk id="5" creationId="{948CACE9-AD1C-33CE-D9EB-42B3C429279F}"/>
          </ac:spMkLst>
        </pc:spChg>
      </pc:sldChg>
      <pc:sldChg chg="modSp mod">
        <pc:chgData name="Vyshali Malothu" userId="da319348ba332a0a" providerId="LiveId" clId="{B61296D1-9CAA-4254-B155-559631C34CBE}" dt="2026-08-26T08:52:34.212" v="6187" actId="255"/>
        <pc:sldMkLst>
          <pc:docMk/>
          <pc:sldMk cId="3931529259" sldId="257"/>
        </pc:sldMkLst>
        <pc:spChg chg="mod">
          <ac:chgData name="Vyshali Malothu" userId="da319348ba332a0a" providerId="LiveId" clId="{B61296D1-9CAA-4254-B155-559631C34CBE}" dt="2026-08-26T08:41:02.470" v="6076" actId="255"/>
          <ac:spMkLst>
            <pc:docMk/>
            <pc:sldMk cId="3931529259" sldId="257"/>
            <ac:spMk id="2" creationId="{48DB2426-F6C2-CDC3-44BF-E238BDC4BFF4}"/>
          </ac:spMkLst>
        </pc:spChg>
        <pc:spChg chg="mod">
          <ac:chgData name="Vyshali Malothu" userId="da319348ba332a0a" providerId="LiveId" clId="{B61296D1-9CAA-4254-B155-559631C34CBE}" dt="2026-08-26T08:52:34.212" v="6187" actId="255"/>
          <ac:spMkLst>
            <pc:docMk/>
            <pc:sldMk cId="3931529259" sldId="257"/>
            <ac:spMk id="3" creationId="{346F2DC6-8D57-9799-0821-9508B0C611D6}"/>
          </ac:spMkLst>
        </pc:spChg>
      </pc:sldChg>
      <pc:sldChg chg="delSp modSp add mod">
        <pc:chgData name="Vyshali Malothu" userId="da319348ba332a0a" providerId="LiveId" clId="{B61296D1-9CAA-4254-B155-559631C34CBE}" dt="2026-08-26T08:45:23.178" v="6110" actId="20577"/>
        <pc:sldMkLst>
          <pc:docMk/>
          <pc:sldMk cId="3446861573" sldId="259"/>
        </pc:sldMkLst>
        <pc:spChg chg="mod">
          <ac:chgData name="Vyshali Malothu" userId="da319348ba332a0a" providerId="LiveId" clId="{B61296D1-9CAA-4254-B155-559631C34CBE}" dt="2026-08-26T08:45:23.178" v="6110" actId="20577"/>
          <ac:spMkLst>
            <pc:docMk/>
            <pc:sldMk cId="3446861573" sldId="259"/>
            <ac:spMk id="3" creationId="{3F367F96-127D-904E-26A5-F0C25AC2967D}"/>
          </ac:spMkLst>
        </pc:spChg>
      </pc:sldChg>
      <pc:sldChg chg="modSp add mod">
        <pc:chgData name="Vyshali Malothu" userId="da319348ba332a0a" providerId="LiveId" clId="{B61296D1-9CAA-4254-B155-559631C34CBE}" dt="2026-08-26T08:52:53.879" v="6188" actId="255"/>
        <pc:sldMkLst>
          <pc:docMk/>
          <pc:sldMk cId="645751810" sldId="260"/>
        </pc:sldMkLst>
        <pc:spChg chg="mod">
          <ac:chgData name="Vyshali Malothu" userId="da319348ba332a0a" providerId="LiveId" clId="{B61296D1-9CAA-4254-B155-559631C34CBE}" dt="2026-08-26T08:40:54.791" v="6075" actId="255"/>
          <ac:spMkLst>
            <pc:docMk/>
            <pc:sldMk cId="645751810" sldId="260"/>
            <ac:spMk id="2" creationId="{B87BA902-053B-FE6C-EBAD-D69348CDD8A2}"/>
          </ac:spMkLst>
        </pc:spChg>
        <pc:spChg chg="mod">
          <ac:chgData name="Vyshali Malothu" userId="da319348ba332a0a" providerId="LiveId" clId="{B61296D1-9CAA-4254-B155-559631C34CBE}" dt="2026-08-26T08:52:53.879" v="6188" actId="255"/>
          <ac:spMkLst>
            <pc:docMk/>
            <pc:sldMk cId="645751810" sldId="260"/>
            <ac:spMk id="3" creationId="{97BC0720-8815-A88A-3E45-DC94A33D2BBD}"/>
          </ac:spMkLst>
        </pc:spChg>
      </pc:sldChg>
      <pc:sldChg chg="modSp add mod">
        <pc:chgData name="Vyshali Malothu" userId="da319348ba332a0a" providerId="LiveId" clId="{B61296D1-9CAA-4254-B155-559631C34CBE}" dt="2026-08-26T08:40:45.819" v="6074" actId="255"/>
        <pc:sldMkLst>
          <pc:docMk/>
          <pc:sldMk cId="4003913808" sldId="261"/>
        </pc:sldMkLst>
        <pc:spChg chg="mod">
          <ac:chgData name="Vyshali Malothu" userId="da319348ba332a0a" providerId="LiveId" clId="{B61296D1-9CAA-4254-B155-559631C34CBE}" dt="2026-08-26T08:40:45.819" v="6074" actId="255"/>
          <ac:spMkLst>
            <pc:docMk/>
            <pc:sldMk cId="4003913808" sldId="261"/>
            <ac:spMk id="2" creationId="{11ED0F22-7CB6-4B02-90E6-FC7CD0B29877}"/>
          </ac:spMkLst>
        </pc:spChg>
        <pc:spChg chg="mod">
          <ac:chgData name="Vyshali Malothu" userId="da319348ba332a0a" providerId="LiveId" clId="{B61296D1-9CAA-4254-B155-559631C34CBE}" dt="2026-08-26T08:35:01.091" v="5894" actId="1076"/>
          <ac:spMkLst>
            <pc:docMk/>
            <pc:sldMk cId="4003913808" sldId="261"/>
            <ac:spMk id="3" creationId="{A23E42B9-B9B9-5DA2-87F4-BF077ED393FB}"/>
          </ac:spMkLst>
        </pc:spChg>
      </pc:sldChg>
      <pc:sldChg chg="modSp add mod">
        <pc:chgData name="Vyshali Malothu" userId="da319348ba332a0a" providerId="LiveId" clId="{B61296D1-9CAA-4254-B155-559631C34CBE}" dt="2026-08-26T08:40:25.868" v="6073" actId="113"/>
        <pc:sldMkLst>
          <pc:docMk/>
          <pc:sldMk cId="2802678825" sldId="262"/>
        </pc:sldMkLst>
        <pc:spChg chg="mod">
          <ac:chgData name="Vyshali Malothu" userId="da319348ba332a0a" providerId="LiveId" clId="{B61296D1-9CAA-4254-B155-559631C34CBE}" dt="2026-08-26T08:40:25.868" v="6073" actId="113"/>
          <ac:spMkLst>
            <pc:docMk/>
            <pc:sldMk cId="2802678825" sldId="262"/>
            <ac:spMk id="2" creationId="{C17FEF25-9E4F-97B0-A0E7-C3F7B309E987}"/>
          </ac:spMkLst>
        </pc:spChg>
        <pc:spChg chg="mod">
          <ac:chgData name="Vyshali Malothu" userId="da319348ba332a0a" providerId="LiveId" clId="{B61296D1-9CAA-4254-B155-559631C34CBE}" dt="2026-08-26T08:37:14.976" v="5965" actId="27636"/>
          <ac:spMkLst>
            <pc:docMk/>
            <pc:sldMk cId="2802678825" sldId="262"/>
            <ac:spMk id="3" creationId="{D2781835-7D23-87B0-EEF6-9EE34DF37E53}"/>
          </ac:spMkLst>
        </pc:spChg>
      </pc:sldChg>
      <pc:sldChg chg="addSp delSp modSp add mod">
        <pc:chgData name="Vyshali Malothu" userId="da319348ba332a0a" providerId="LiveId" clId="{B61296D1-9CAA-4254-B155-559631C34CBE}" dt="2026-08-26T08:40:09.650" v="6070" actId="14100"/>
        <pc:sldMkLst>
          <pc:docMk/>
          <pc:sldMk cId="1873784103" sldId="263"/>
        </pc:sldMkLst>
        <pc:spChg chg="add mod">
          <ac:chgData name="Vyshali Malothu" userId="da319348ba332a0a" providerId="LiveId" clId="{B61296D1-9CAA-4254-B155-559631C34CBE}" dt="2026-08-26T08:40:09.650" v="6070" actId="14100"/>
          <ac:spMkLst>
            <pc:docMk/>
            <pc:sldMk cId="1873784103" sldId="263"/>
            <ac:spMk id="2" creationId="{92EFB576-3486-114D-3B84-24C489DA822E}"/>
          </ac:spMkLst>
        </pc:spChg>
        <pc:graphicFrameChg chg="add mod ord modGraphic">
          <ac:chgData name="Vyshali Malothu" userId="da319348ba332a0a" providerId="LiveId" clId="{B61296D1-9CAA-4254-B155-559631C34CBE}" dt="2026-08-26T08:38:26.823" v="6033" actId="14100"/>
          <ac:graphicFrameMkLst>
            <pc:docMk/>
            <pc:sldMk cId="1873784103" sldId="263"/>
            <ac:graphicFrameMk id="6" creationId="{EBE9E5A6-79E3-7FBA-8779-7A06AB521F1A}"/>
          </ac:graphicFrameMkLst>
        </pc:graphicFrameChg>
      </pc:sldChg>
      <pc:sldChg chg="modSp add mod">
        <pc:chgData name="Vyshali Malothu" userId="da319348ba332a0a" providerId="LiveId" clId="{B61296D1-9CAA-4254-B155-559631C34CBE}" dt="2026-08-26T08:39:48.360" v="6067" actId="255"/>
        <pc:sldMkLst>
          <pc:docMk/>
          <pc:sldMk cId="2416075873" sldId="264"/>
        </pc:sldMkLst>
        <pc:spChg chg="mod">
          <ac:chgData name="Vyshali Malothu" userId="da319348ba332a0a" providerId="LiveId" clId="{B61296D1-9CAA-4254-B155-559631C34CBE}" dt="2026-08-26T08:39:48.360" v="6067" actId="255"/>
          <ac:spMkLst>
            <pc:docMk/>
            <pc:sldMk cId="2416075873" sldId="264"/>
            <ac:spMk id="2" creationId="{ED39A070-3C9D-5292-0765-181B0C32D6BE}"/>
          </ac:spMkLst>
        </pc:spChg>
        <pc:spChg chg="mod">
          <ac:chgData name="Vyshali Malothu" userId="da319348ba332a0a" providerId="LiveId" clId="{B61296D1-9CAA-4254-B155-559631C34CBE}" dt="2026-08-22T15:20:20.321" v="5639" actId="5793"/>
          <ac:spMkLst>
            <pc:docMk/>
            <pc:sldMk cId="2416075873" sldId="264"/>
            <ac:spMk id="3" creationId="{B16C7637-902B-E739-7B99-12F3A09F489A}"/>
          </ac:spMkLst>
        </pc:spChg>
      </pc:sldChg>
      <pc:sldChg chg="modSp add mod">
        <pc:chgData name="Vyshali Malothu" userId="da319348ba332a0a" providerId="LiveId" clId="{B61296D1-9CAA-4254-B155-559631C34CBE}" dt="2026-08-26T08:39:35.065" v="6066" actId="255"/>
        <pc:sldMkLst>
          <pc:docMk/>
          <pc:sldMk cId="1621813936" sldId="265"/>
        </pc:sldMkLst>
        <pc:spChg chg="mod">
          <ac:chgData name="Vyshali Malothu" userId="da319348ba332a0a" providerId="LiveId" clId="{B61296D1-9CAA-4254-B155-559631C34CBE}" dt="2026-08-26T08:39:35.065" v="6066" actId="255"/>
          <ac:spMkLst>
            <pc:docMk/>
            <pc:sldMk cId="1621813936" sldId="265"/>
            <ac:spMk id="2" creationId="{2F3AF84F-B3E8-F9F8-55C8-59E4A4A51710}"/>
          </ac:spMkLst>
        </pc:spChg>
        <pc:spChg chg="mod">
          <ac:chgData name="Vyshali Malothu" userId="da319348ba332a0a" providerId="LiveId" clId="{B61296D1-9CAA-4254-B155-559631C34CBE}" dt="2026-08-22T15:20:29.566" v="5641" actId="27636"/>
          <ac:spMkLst>
            <pc:docMk/>
            <pc:sldMk cId="1621813936" sldId="265"/>
            <ac:spMk id="3" creationId="{6A05AB53-C780-CBC6-56CC-BC43D8486966}"/>
          </ac:spMkLst>
        </pc:spChg>
      </pc:sldChg>
      <pc:sldChg chg="modSp add mod">
        <pc:chgData name="Vyshali Malothu" userId="da319348ba332a0a" providerId="LiveId" clId="{B61296D1-9CAA-4254-B155-559631C34CBE}" dt="2026-08-26T08:41:20.445" v="6083" actId="113"/>
        <pc:sldMkLst>
          <pc:docMk/>
          <pc:sldMk cId="2871823916" sldId="266"/>
        </pc:sldMkLst>
        <pc:spChg chg="mod">
          <ac:chgData name="Vyshali Malothu" userId="da319348ba332a0a" providerId="LiveId" clId="{B61296D1-9CAA-4254-B155-559631C34CBE}" dt="2026-08-26T08:41:20.445" v="6083" actId="113"/>
          <ac:spMkLst>
            <pc:docMk/>
            <pc:sldMk cId="2871823916" sldId="266"/>
            <ac:spMk id="2" creationId="{83213EA9-E158-299B-AA1A-13037DDA7CB6}"/>
          </ac:spMkLst>
        </pc:spChg>
        <pc:spChg chg="mod">
          <ac:chgData name="Vyshali Malothu" userId="da319348ba332a0a" providerId="LiveId" clId="{B61296D1-9CAA-4254-B155-559631C34CBE}" dt="2026-08-22T15:21:06.802" v="5653" actId="5793"/>
          <ac:spMkLst>
            <pc:docMk/>
            <pc:sldMk cId="2871823916" sldId="266"/>
            <ac:spMk id="3" creationId="{2A8A8BEE-A19D-238C-0E00-4359639AC7B4}"/>
          </ac:spMkLst>
        </pc:spChg>
      </pc:sldChg>
      <pc:sldChg chg="modSp add mod">
        <pc:chgData name="Vyshali Malothu" userId="da319348ba332a0a" providerId="LiveId" clId="{B61296D1-9CAA-4254-B155-559631C34CBE}" dt="2026-08-26T08:41:30.161" v="6085" actId="255"/>
        <pc:sldMkLst>
          <pc:docMk/>
          <pc:sldMk cId="2241021008" sldId="267"/>
        </pc:sldMkLst>
        <pc:spChg chg="mod">
          <ac:chgData name="Vyshali Malothu" userId="da319348ba332a0a" providerId="LiveId" clId="{B61296D1-9CAA-4254-B155-559631C34CBE}" dt="2026-08-26T08:41:30.161" v="6085" actId="255"/>
          <ac:spMkLst>
            <pc:docMk/>
            <pc:sldMk cId="2241021008" sldId="267"/>
            <ac:spMk id="2" creationId="{B290BD52-C546-3C72-96BD-E2237F744D92}"/>
          </ac:spMkLst>
        </pc:spChg>
        <pc:spChg chg="mod">
          <ac:chgData name="Vyshali Malothu" userId="da319348ba332a0a" providerId="LiveId" clId="{B61296D1-9CAA-4254-B155-559631C34CBE}" dt="2026-08-22T15:21:40.370" v="5660" actId="1076"/>
          <ac:spMkLst>
            <pc:docMk/>
            <pc:sldMk cId="2241021008" sldId="267"/>
            <ac:spMk id="3" creationId="{70952260-F13E-A05F-AB69-D119A90ED9E2}"/>
          </ac:spMkLst>
        </pc:spChg>
      </pc:sldChg>
      <pc:sldChg chg="modSp add mod">
        <pc:chgData name="Vyshali Malothu" userId="da319348ba332a0a" providerId="LiveId" clId="{B61296D1-9CAA-4254-B155-559631C34CBE}" dt="2026-08-26T08:41:55.922" v="6088" actId="1076"/>
        <pc:sldMkLst>
          <pc:docMk/>
          <pc:sldMk cId="2858193461" sldId="268"/>
        </pc:sldMkLst>
        <pc:spChg chg="mod">
          <ac:chgData name="Vyshali Malothu" userId="da319348ba332a0a" providerId="LiveId" clId="{B61296D1-9CAA-4254-B155-559631C34CBE}" dt="2026-08-26T08:41:47.767" v="6087" actId="113"/>
          <ac:spMkLst>
            <pc:docMk/>
            <pc:sldMk cId="2858193461" sldId="268"/>
            <ac:spMk id="2" creationId="{816115E0-F8A6-3BB9-EE3B-02515D790EA4}"/>
          </ac:spMkLst>
        </pc:spChg>
        <pc:spChg chg="mod">
          <ac:chgData name="Vyshali Malothu" userId="da319348ba332a0a" providerId="LiveId" clId="{B61296D1-9CAA-4254-B155-559631C34CBE}" dt="2026-08-26T08:41:55.922" v="6088" actId="1076"/>
          <ac:spMkLst>
            <pc:docMk/>
            <pc:sldMk cId="2858193461" sldId="268"/>
            <ac:spMk id="3" creationId="{CA054940-1C43-B22C-1235-AFFFE18BD459}"/>
          </ac:spMkLst>
        </pc:spChg>
      </pc:sldChg>
      <pc:sldChg chg="add">
        <pc:chgData name="Vyshali Malothu" userId="da319348ba332a0a" providerId="LiveId" clId="{B61296D1-9CAA-4254-B155-559631C34CBE}" dt="2026-08-20T17:59:45.800" v="237" actId="2890"/>
        <pc:sldMkLst>
          <pc:docMk/>
          <pc:sldMk cId="1937323561" sldId="270"/>
        </pc:sldMkLst>
      </pc:sldChg>
      <pc:sldChg chg="addSp delSp modSp new mod">
        <pc:chgData name="Vyshali Malothu" userId="da319348ba332a0a" providerId="LiveId" clId="{B61296D1-9CAA-4254-B155-559631C34CBE}" dt="2026-08-22T15:20:36.968" v="5642" actId="255"/>
        <pc:sldMkLst>
          <pc:docMk/>
          <pc:sldMk cId="1980753981" sldId="271"/>
        </pc:sldMkLst>
        <pc:spChg chg="mod">
          <ac:chgData name="Vyshali Malothu" userId="da319348ba332a0a" providerId="LiveId" clId="{B61296D1-9CAA-4254-B155-559631C34CBE}" dt="2026-08-22T15:20:36.968" v="5642" actId="255"/>
          <ac:spMkLst>
            <pc:docMk/>
            <pc:sldMk cId="1980753981" sldId="271"/>
            <ac:spMk id="3" creationId="{42713E2C-907A-E334-4019-D529A314399E}"/>
          </ac:spMkLst>
        </pc:spChg>
        <pc:spChg chg="add mod">
          <ac:chgData name="Vyshali Malothu" userId="da319348ba332a0a" providerId="LiveId" clId="{B61296D1-9CAA-4254-B155-559631C34CBE}" dt="2026-08-22T15:12:00.051" v="5594" actId="14100"/>
          <ac:spMkLst>
            <pc:docMk/>
            <pc:sldMk cId="1980753981" sldId="271"/>
            <ac:spMk id="4" creationId="{31F47E8A-1BC5-AE74-E82A-23D1C5496993}"/>
          </ac:spMkLst>
        </pc:spChg>
      </pc:sldChg>
      <pc:sldChg chg="addSp modSp new mod ord">
        <pc:chgData name="Vyshali Malothu" userId="da319348ba332a0a" providerId="LiveId" clId="{B61296D1-9CAA-4254-B155-559631C34CBE}" dt="2026-08-26T08:52:02.581" v="6186" actId="20577"/>
        <pc:sldMkLst>
          <pc:docMk/>
          <pc:sldMk cId="360621845" sldId="272"/>
        </pc:sldMkLst>
        <pc:spChg chg="mod">
          <ac:chgData name="Vyshali Malothu" userId="da319348ba332a0a" providerId="LiveId" clId="{B61296D1-9CAA-4254-B155-559631C34CBE}" dt="2026-08-26T08:52:02.581" v="6186" actId="20577"/>
          <ac:spMkLst>
            <pc:docMk/>
            <pc:sldMk cId="360621845" sldId="272"/>
            <ac:spMk id="2" creationId="{98BDAA7A-F2E9-3535-B201-1B96CAEADDBD}"/>
          </ac:spMkLst>
        </pc:spChg>
        <pc:spChg chg="mod">
          <ac:chgData name="Vyshali Malothu" userId="da319348ba332a0a" providerId="LiveId" clId="{B61296D1-9CAA-4254-B155-559631C34CBE}" dt="2026-08-26T08:51:20.958" v="6183" actId="255"/>
          <ac:spMkLst>
            <pc:docMk/>
            <pc:sldMk cId="360621845" sldId="272"/>
            <ac:spMk id="3" creationId="{0B448D3B-49BC-F427-905A-FBBC44810BA8}"/>
          </ac:spMkLst>
        </pc:spChg>
        <pc:spChg chg="add mod">
          <ac:chgData name="Vyshali Malothu" userId="da319348ba332a0a" providerId="LiveId" clId="{B61296D1-9CAA-4254-B155-559631C34CBE}" dt="2026-08-26T08:50:18.491" v="6121" actId="692"/>
          <ac:spMkLst>
            <pc:docMk/>
            <pc:sldMk cId="360621845" sldId="272"/>
            <ac:spMk id="4" creationId="{DA9B1F00-EAEC-6219-9031-59A104CAD379}"/>
          </ac:spMkLst>
        </pc:spChg>
      </pc:sldChg>
      <pc:sldChg chg="addSp delSp modSp new mod">
        <pc:chgData name="Vyshali Malothu" userId="da319348ba332a0a" providerId="LiveId" clId="{B61296D1-9CAA-4254-B155-559631C34CBE}" dt="2026-08-26T08:56:10.561" v="6199" actId="14100"/>
        <pc:sldMkLst>
          <pc:docMk/>
          <pc:sldMk cId="2851679671" sldId="273"/>
        </pc:sldMkLst>
        <pc:spChg chg="add mod">
          <ac:chgData name="Vyshali Malothu" userId="da319348ba332a0a" providerId="LiveId" clId="{B61296D1-9CAA-4254-B155-559631C34CBE}" dt="2026-08-26T08:53:49.523" v="6193" actId="692"/>
          <ac:spMkLst>
            <pc:docMk/>
            <pc:sldMk cId="2851679671" sldId="273"/>
            <ac:spMk id="2" creationId="{64F20CC6-68D0-C6E9-0FDB-1D9C0D17F19B}"/>
          </ac:spMkLst>
        </pc:spChg>
        <pc:picChg chg="add del mod">
          <ac:chgData name="Vyshali Malothu" userId="da319348ba332a0a" providerId="LiveId" clId="{B61296D1-9CAA-4254-B155-559631C34CBE}" dt="2026-08-26T08:55:55.547" v="6196" actId="21"/>
          <ac:picMkLst>
            <pc:docMk/>
            <pc:sldMk cId="2851679671" sldId="273"/>
            <ac:picMk id="4" creationId="{50F41A65-74C0-6CBC-B787-01E5FFFD5EC0}"/>
          </ac:picMkLst>
        </pc:picChg>
        <pc:picChg chg="add mod">
          <ac:chgData name="Vyshali Malothu" userId="da319348ba332a0a" providerId="LiveId" clId="{B61296D1-9CAA-4254-B155-559631C34CBE}" dt="2026-08-26T08:56:10.561" v="6199" actId="14100"/>
          <ac:picMkLst>
            <pc:docMk/>
            <pc:sldMk cId="2851679671" sldId="273"/>
            <ac:picMk id="6" creationId="{248A8D93-BC23-1C78-23C8-042110018B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841D-6DF3-E232-ACDC-7A3628471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CA3C8-D644-FEEA-FC12-21A2BC88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A269-ED75-146C-A126-2E105126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735B-1B38-3F79-B737-374B08A4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6BFA6-8E12-D1C3-0BCA-94C44DF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6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42FC-44FB-D987-CC77-3216A11E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A99AC-2BBF-64AB-B804-11FD281C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5114D-EA80-249F-4D8E-40915349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836E-C9BF-FA3D-5348-987D31CE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48E2-B4DA-54B4-A7C7-B14548F5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CF87-52EC-503E-0D0B-9CD0D4E7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A271D-58EF-992C-A5BA-23CB61EC6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A3BE-2FB8-C626-7103-CCD65B9A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6F8E-F23B-C54E-323C-A9766DD7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F4BD2-DDB8-FA5A-CCB8-56942F75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23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2800-296F-291B-D329-8DBBE179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B1C6-9642-C99B-9597-659A9B677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5C1B3-264B-3AC8-3DBE-F9B79CB1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E3618-07AB-4371-7C5E-C0D37CE0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BC9C0-1287-CFC8-5253-904DED09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7E30F-C11C-ED82-73AA-1D2C3F34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8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12F5-67BB-D76C-82CB-26CD675D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0EF95-DE51-95DA-0436-386F6DDD5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41F8B-47FC-8593-9F92-E744B90BA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9DAC1-928D-4E18-C863-CBEF1C371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1FA23-F5ED-B9C2-D6F2-E7850D3D2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84FBE-3EE9-8884-71BB-250AA6D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BD20A-5ED7-3B48-CABD-7D69A2B9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41417-5348-4E63-4B42-5B94709D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9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8658-EA3E-93DD-1B0C-8A955E1B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D4553-98AA-072A-1638-DF5C47AF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BC971-DCFB-5042-BD0D-E2CC2D6B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5EA44-FDE0-3D10-D4CC-9F81466A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8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C7EA4-EEF0-2E34-E917-974EEDF5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A29AB-6DA6-018C-0A63-9238BB3E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12511-DDE8-BC4E-8AB0-522B5AC6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73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B58A-BF29-85C8-8221-136FDA6E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3424-3549-2F35-ACEC-8233D26F1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907AB-C800-1EA2-27CF-3D825C291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76A33-5F62-3A9A-310E-600B455A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32BD6-D9D7-EC30-3AB6-D5E06DB6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B9A3F-699B-569C-B4E1-D988ACBB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85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8DD4-855C-95B0-7C82-1E186F5A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21A63-7637-BD43-AC1E-7A0D668DC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38104-C421-C122-5161-01BA103ED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035A6-E544-536D-85C0-4ECF9573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3D3FE-D212-3071-4053-AD71DFC2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8CCCA-29CB-C180-1B1F-2975E4B7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4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AD06-AFEA-F621-EDE2-626C403C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DECCA-509C-92E1-7C94-B776B48D2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3FCC-D232-2296-DAE8-849C36F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C342-591E-40CF-2AAD-A9590AAE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0B9-773A-1EC6-794B-1AF9B160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2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0A31-F22C-4AAE-B589-2B9CA7BFA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59A78-EFB2-74FB-777F-20E62367E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B2AC8-958E-BB19-F528-31C6783D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6EA61-CDBD-12A8-EB03-F7A6552F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5099-2343-A69F-E4DD-713219C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78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6062B-A641-9FC2-D0AB-6A6D1804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2AFA-273D-924D-3E4A-A58EFB666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DC6B-7756-D866-A92A-89AF09550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18C09-EDEE-4864-B82D-0EB16BB85F4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F997F-21BF-19F1-C7DD-40D8D3C89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E402-7C14-E0AA-1EDE-67265EABA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B6BC-12F9-43B9-B8ED-76CED8C4E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3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80FE-FEF3-02C6-6ED4-87CC365EE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393" y="2235200"/>
            <a:ext cx="12191999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and Communication-Efficient Federated Learning Framework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Non-IID Distributed Data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 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 SCIENCE AND TECHNOLOGY HYDERABAD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STAGE-01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REVIEW-01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AUGUST-2026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2E9DB-8A7D-5D36-C27A-96E54466A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7" y="3628103"/>
            <a:ext cx="11198194" cy="3504261"/>
          </a:xfrm>
        </p:spPr>
        <p:txBody>
          <a:bodyPr>
            <a:normAutofit/>
          </a:bodyPr>
          <a:lstStyle/>
          <a:p>
            <a:pPr algn="l"/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. Vyshali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22011P0556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1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CSE-IDP</a:t>
            </a:r>
          </a:p>
          <a:p>
            <a:pPr algn="l"/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A36AA-C34D-433F-9B16-B1F30BFA1511}"/>
              </a:ext>
            </a:extLst>
          </p:cNvPr>
          <p:cNvSpPr/>
          <p:nvPr/>
        </p:nvSpPr>
        <p:spPr>
          <a:xfrm>
            <a:off x="285135" y="277825"/>
            <a:ext cx="11611897" cy="63023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CACE9-AD1C-33CE-D9EB-42B3C429279F}"/>
              </a:ext>
            </a:extLst>
          </p:cNvPr>
          <p:cNvSpPr txBox="1"/>
          <p:nvPr/>
        </p:nvSpPr>
        <p:spPr>
          <a:xfrm>
            <a:off x="8145713" y="4704823"/>
            <a:ext cx="34261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K.Suresh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 of CSE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33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2426-F6C2-CDC3-44BF-E238BDC4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64" y="83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2DC6-8D57-9799-0821-9508B0C6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111044"/>
            <a:ext cx="10665542" cy="574695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Privacy-Preserving and Communication-Efficient Federated Learning Framework for Non-IID Distributed Data focuses on training a common machine learning model using data stored on different clients without sharing their raw data to a central server.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is to develop a federated learning system that can train a common AI model across multiple clients while protecting their private data and handling differences in client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is that: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Non-IID Data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Non-Independent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Indentically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data)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Different clients have different types/distributions of data which make global training difficult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Client data should remain private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Sending model updates repeatedly can consume a lot of bandwidth.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8ACCC-218E-ADAF-5FDC-E94C4B16B785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52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4DB4-E221-D4B7-4915-6C141965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7F96-127D-904E-26A5-F0C25AC29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47" y="368839"/>
            <a:ext cx="11353799" cy="614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clients mat have much more data or computational power than others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to overcome all this problems I’m going to develop a federated learning model that can learn effectively from distributed and non-IID data while reducing communication and protecting client information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goal is a system that balances accuracy , privacy and communication efficiency</a:t>
            </a:r>
            <a:r>
              <a:rPr lang="en-US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2667F-BA4D-A38E-31B4-4CBF837B27C3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86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8F98-5BB0-73DD-7225-3EDC181A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A902-053B-FE6C-EBAD-D69348CD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548706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federated learning?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0720-8815-A88A-3E45-DC94A33D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874269"/>
            <a:ext cx="10515600" cy="5329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Federated learning is am machine  learning technique where multiple clients or devices train a common AI model without sharing their raw data with a central server.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sending the data to the server: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sends the global model to clients.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client trains the model using its own local data.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send only their model updates to the server.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combines the updates to create an improved global model.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updated model is sent back to the clients.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repeated until the model performs well.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1A3E5-E0D6-8D15-3F38-7E13E966880F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75BA-64F5-B606-EB0D-440639CF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0F22-7CB6-4B02-90E6-FC7CD0B2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Example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42B9-B9B9-5DA2-87F4-BF077ED3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826" y="12361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3 hospitals want to build an AI model to detect a disease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Hospital1 data + hospital 2 data + hospital 3 data -&gt; central server -&gt; AI model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hospitals would need to share sensitive patient data . But sharing sensitive patient data is too risky and can cause communication overhead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F1B2E-71A5-CF4A-0EEE-D2EAB840D4DE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91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E907-FBF8-95B0-C61A-D95D7FE9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EF25-9E4F-97B0-A0E7-C3F7B309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 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81835-7D23-87B0-EEF6-9EE34DF37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4205" y="619432"/>
            <a:ext cx="9507795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Central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Global AI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↙       ↓       ↘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Hospital 1 Hospital 2 Hospital 3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↓           ↓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Local data   Local data   Local data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↓           ↓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Local model  Local model  Local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↘           ↓           ↙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Model Updates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Central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Updated Global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the raw data or sensitive data never leaves the hospitals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2766C-C27D-51E6-F092-651E25FCF07B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7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20CC6-68D0-C6E9-0FDB-1D9C0D17F19B}"/>
              </a:ext>
            </a:extLst>
          </p:cNvPr>
          <p:cNvSpPr/>
          <p:nvPr/>
        </p:nvSpPr>
        <p:spPr>
          <a:xfrm>
            <a:off x="324465" y="314632"/>
            <a:ext cx="11523406" cy="627298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A8D93-BC23-1C78-23C8-042110018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" y="614362"/>
            <a:ext cx="10215716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7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AA7A-F2E9-3535-B201-1B96CAEA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48D3B-49BC-F427-905A-FBBC4481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337187"/>
            <a:ext cx="10704871" cy="4839776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sz="2400" dirty="0"/>
              <a:t>To train a common AI model without sharing raw client data. </a:t>
            </a:r>
          </a:p>
          <a:p>
            <a:pPr lvl="0"/>
            <a:r>
              <a:rPr lang="en-IN" sz="2400" dirty="0"/>
              <a:t>To handle </a:t>
            </a:r>
            <a:r>
              <a:rPr lang="en-IN" sz="2400" b="1" dirty="0"/>
              <a:t>Non-IID data</a:t>
            </a:r>
            <a:r>
              <a:rPr lang="en-IN" sz="2400" dirty="0"/>
              <a:t> using </a:t>
            </a:r>
            <a:r>
              <a:rPr lang="en-IN" sz="2400" b="1" dirty="0" err="1"/>
              <a:t>FedProx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protect model updates using </a:t>
            </a:r>
            <a:r>
              <a:rPr lang="en-IN" sz="2400" b="1" dirty="0"/>
              <a:t>Differential Privacy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reduce communication cost using </a:t>
            </a:r>
            <a:r>
              <a:rPr lang="en-IN" sz="2400" b="1" dirty="0"/>
              <a:t>model quantization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compare </a:t>
            </a:r>
            <a:r>
              <a:rPr lang="en-IN" sz="2400" b="1" dirty="0" err="1"/>
              <a:t>FedAvg</a:t>
            </a:r>
            <a:r>
              <a:rPr lang="en-IN" sz="2400" b="1" dirty="0"/>
              <a:t>, </a:t>
            </a:r>
            <a:r>
              <a:rPr lang="en-IN" sz="2400" b="1" dirty="0" err="1"/>
              <a:t>FedProx</a:t>
            </a:r>
            <a:r>
              <a:rPr lang="en-IN" sz="2400" b="1" dirty="0"/>
              <a:t>, and SCAFFOLD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evaluate </a:t>
            </a:r>
            <a:r>
              <a:rPr lang="en-IN" sz="2400" b="1" dirty="0"/>
              <a:t>accuracy, privacy, communication cost, and convergence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achieve a good balance between </a:t>
            </a:r>
            <a:r>
              <a:rPr lang="en-IN" sz="2400" b="1" dirty="0"/>
              <a:t>accuracy, privacy, and efficiency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B1F00-EAEC-6219-9031-59A104CAD379}"/>
              </a:ext>
            </a:extLst>
          </p:cNvPr>
          <p:cNvSpPr/>
          <p:nvPr/>
        </p:nvSpPr>
        <p:spPr>
          <a:xfrm>
            <a:off x="314632" y="245806"/>
            <a:ext cx="11454581" cy="63614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33D6-0EF9-8A46-34FC-55C08F07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E9E5A6-79E3-7FBA-8779-7A06AB521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55787"/>
              </p:ext>
            </p:extLst>
          </p:nvPr>
        </p:nvGraphicFramePr>
        <p:xfrm>
          <a:off x="1376516" y="1386347"/>
          <a:ext cx="10067521" cy="4789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1520">
                  <a:extLst>
                    <a:ext uri="{9D8B030D-6E8A-4147-A177-3AD203B41FA5}">
                      <a16:colId xmlns:a16="http://schemas.microsoft.com/office/drawing/2014/main" val="2086984593"/>
                    </a:ext>
                  </a:extLst>
                </a:gridCol>
                <a:gridCol w="5146001">
                  <a:extLst>
                    <a:ext uri="{9D8B030D-6E8A-4147-A177-3AD203B41FA5}">
                      <a16:colId xmlns:a16="http://schemas.microsoft.com/office/drawing/2014/main" val="603063932"/>
                    </a:ext>
                  </a:extLst>
                </a:gridCol>
              </a:tblGrid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Learning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241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collected centrally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stays locally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177176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is shared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is not directly 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95335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privacy risk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privacy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6666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training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training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95740"/>
                  </a:ext>
                </a:extLst>
              </a:tr>
              <a:tr h="79831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data transfer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model updates are exchanged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016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BC75BAF-C0D9-9123-B2EA-269B4F5CFFA0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FB576-3486-114D-3B84-24C489DA822E}"/>
              </a:ext>
            </a:extLst>
          </p:cNvPr>
          <p:cNvSpPr txBox="1"/>
          <p:nvPr/>
        </p:nvSpPr>
        <p:spPr>
          <a:xfrm>
            <a:off x="560439" y="444456"/>
            <a:ext cx="11287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Traditional ML and Federated learning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8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62368-DFD9-2237-E290-1B576F98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A070-3C9D-5292-0765-181B0C32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Non-IID Data?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7637-902B-E739-7B99-12F3A09F4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64" y="1187910"/>
            <a:ext cx="10515600" cy="487600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Non-IID means Non-Independent and Identically Distributed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 different clients do not have the same distribution of training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Client 1 may contain mostly class A data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Client 2 contains mostly class B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clients learn form different data ,their local model updates can move in different directions.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 client drift , slower convergence and lower global model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effect of these differences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7FCE2-79AE-9AEF-7AAD-38B43606428E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7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0A56-2CF1-BA77-35E8-9C936575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F84F-B3E8-F9F8-55C8-59E4A4A5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to  do this project ?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AB53-C780-CBC6-56CC-BC43D8486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machine learning usually requires data to be collected at one location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sensitive applications moving raw data to a central server can create privacy and security concerns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world distributed environments data is naturally stored across different devices and organizations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at these clients is often Non-IID data so federated learning may not perform consistently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reduces the need to move raw data ,but model updates can still contain sensitive information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521D1-5A64-9D25-05B1-6FBA639589E7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81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13E2C-907A-E334-4019-D529A3143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repeated exchange of large model updates can also create high communication costs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we want to address privacy ,Non-IID learning and communication efficiency together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47E8A-1BC5-AE74-E82A-23D1C5496993}"/>
              </a:ext>
            </a:extLst>
          </p:cNvPr>
          <p:cNvSpPr/>
          <p:nvPr/>
        </p:nvSpPr>
        <p:spPr>
          <a:xfrm>
            <a:off x="285135" y="344129"/>
            <a:ext cx="11621730" cy="61844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53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6AEB-A66A-B800-E29C-D69610A7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3EA9-E158-299B-AA1A-13037DDA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and their roles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A8BEE-A19D-238C-0E00-4359639AC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Baseline model that aggregates client updates suing weighted averaging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main method for handling Non-IID data and reducing client drift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SCAFFOLD- Comparison model that uses control variates to reduce client drift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privacy-protects sensitive Information in model updates by limiting the effect of individual data contributions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Quantization-Represents model updates with fewer bits to reduce communication size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16FC3-5C58-4848-EC66-973C94BA7C31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2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0F9F-7493-5ACC-477D-B50FBE6C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BD52-C546-3C72-96BD-E2237F74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31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Working Process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52260-F13E-A05F-AB69-D119A90E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943897"/>
            <a:ext cx="10515600" cy="5489985"/>
          </a:xfrm>
        </p:spPr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Initialize the global model at the server.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a group of clients for the current communication round.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Send the current global model to those clients.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Each client trains locally using its own Non-IID data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Generate the local model update.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Clip the update and add controlled privacy noise.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Quantize/compress the protected update.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Send the processed update to the server.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Aggregate the client updates to create the new global model.</a:t>
            </a:r>
          </a:p>
          <a:p>
            <a:pPr marL="0" indent="0">
              <a:spcAft>
                <a:spcPts val="1000"/>
              </a:spcAft>
              <a:buNone/>
              <a:defRPr sz="19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Repeat the process until the model reaches satisfactory performance.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D5426-B35B-C0E8-DFEA-C23C598FEC79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021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9AFA-CD6E-BD61-2950-4AE53BE9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15E0-F8A6-3BB9-EE3B-02515D7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23" y="-14615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to evaluate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4940-1C43-B22C-1235-AFFFE18BD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6" y="1325972"/>
            <a:ext cx="10515600" cy="5183905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2000" dirty="0"/>
              <a:t>Accuracy — measures how correctly the global model predicts the target classes.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Precision, Recall and F1-score — provide a more detailed view of model performance.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Communication cost — measures how much information is exchanged during training.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Communication rounds — measures how many server-client rounds are required for convergence.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Convergence speed — shows how quickly the global model becomes stable.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Privacy level — examines the effect of Differential Privacy and its privacy budget.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Non-IID robustness — compares performance under different levels of client data heterogeneity.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2000" dirty="0"/>
              <a:t>Trade-off analysis — studies accuracy versus privacy and accuracy versus communication cost.</a:t>
            </a:r>
          </a:p>
          <a:p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35508-928C-4DEC-A183-D54D08C53D34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93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61BF-3763-EDB6-529E-59ABF01B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BEDA-8975-2CE5-0057-6EE35FC7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32" y="95055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b="1" dirty="0"/>
              <a:t>        </a:t>
            </a:r>
          </a:p>
          <a:p>
            <a:pPr marL="0" indent="0">
              <a:buNone/>
            </a:pPr>
            <a:r>
              <a:rPr lang="en-US" sz="9600" b="1" dirty="0"/>
              <a:t>        THANK YOU</a:t>
            </a:r>
            <a:endParaRPr lang="en-IN" sz="9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3AD35-841F-96A9-5227-56927CED81D6}"/>
              </a:ext>
            </a:extLst>
          </p:cNvPr>
          <p:cNvSpPr/>
          <p:nvPr/>
        </p:nvSpPr>
        <p:spPr>
          <a:xfrm>
            <a:off x="265471" y="167148"/>
            <a:ext cx="11700387" cy="64892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23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1105</Words>
  <Application>Microsoft Office PowerPoint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Privacy-Preserving and Communication-Efficient Federated Learning Framework  for  Non-IID Distributed Data DEPARTMENT OF COMPUTER SCIENCE  JAWAHARLAL NEHRU TECHNOLOGICAL UNIVERSITY HYDERABAD  UNIVERSITY COLLEGE OF ENGINEERING SCIENCE AND TECHNOLOGY HYDERABAD DISSERTATION STAGE-01 DISSERTATION WORK REVIEW-01 AUGUST-2026 </vt:lpstr>
      <vt:lpstr>ABSTRACT</vt:lpstr>
      <vt:lpstr>PowerPoint Presentation</vt:lpstr>
      <vt:lpstr>INTRODUCTION  What is federated learning?</vt:lpstr>
      <vt:lpstr>Example :</vt:lpstr>
      <vt:lpstr>Flow chart  </vt:lpstr>
      <vt:lpstr>PowerPoint Presentation</vt:lpstr>
      <vt:lpstr>Objectives of the project</vt:lpstr>
      <vt:lpstr>PowerPoint Presentation</vt:lpstr>
      <vt:lpstr>What is Non-IID Data?</vt:lpstr>
      <vt:lpstr>Motivation to  do this project ?</vt:lpstr>
      <vt:lpstr>PowerPoint Presentation</vt:lpstr>
      <vt:lpstr>Algorithms used and their roles</vt:lpstr>
      <vt:lpstr>Step-by-Step Working Process</vt:lpstr>
      <vt:lpstr>Metrics to evaluate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Vyshali Malothu</dc:creator>
  <cp:lastModifiedBy>Vyshali Malothu</cp:lastModifiedBy>
  <cp:revision>2</cp:revision>
  <dcterms:created xsi:type="dcterms:W3CDTF">2026-08-17T08:58:07Z</dcterms:created>
  <dcterms:modified xsi:type="dcterms:W3CDTF">2026-08-26T08:56:15Z</dcterms:modified>
</cp:coreProperties>
</file>